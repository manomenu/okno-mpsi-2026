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1" r:id="rId2"/>
    <p:sldMasterId id="2147483663" r:id="rId3"/>
  </p:sldMasterIdLst>
  <p:notesMasterIdLst>
    <p:notesMasterId r:id="rId67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93" r:id="rId22"/>
    <p:sldId id="295" r:id="rId23"/>
    <p:sldId id="275" r:id="rId24"/>
    <p:sldId id="287" r:id="rId25"/>
    <p:sldId id="288" r:id="rId26"/>
    <p:sldId id="289" r:id="rId27"/>
    <p:sldId id="296" r:id="rId28"/>
    <p:sldId id="294" r:id="rId29"/>
    <p:sldId id="297" r:id="rId30"/>
    <p:sldId id="298" r:id="rId31"/>
    <p:sldId id="299" r:id="rId32"/>
    <p:sldId id="276" r:id="rId33"/>
    <p:sldId id="290" r:id="rId34"/>
    <p:sldId id="291" r:id="rId35"/>
    <p:sldId id="292" r:id="rId36"/>
    <p:sldId id="277" r:id="rId37"/>
    <p:sldId id="301" r:id="rId38"/>
    <p:sldId id="278" r:id="rId39"/>
    <p:sldId id="300" r:id="rId40"/>
    <p:sldId id="303" r:id="rId41"/>
    <p:sldId id="304" r:id="rId42"/>
    <p:sldId id="302" r:id="rId43"/>
    <p:sldId id="305" r:id="rId44"/>
    <p:sldId id="306" r:id="rId45"/>
    <p:sldId id="307" r:id="rId46"/>
    <p:sldId id="308" r:id="rId47"/>
    <p:sldId id="309" r:id="rId48"/>
    <p:sldId id="279" r:id="rId49"/>
    <p:sldId id="280" r:id="rId50"/>
    <p:sldId id="310" r:id="rId51"/>
    <p:sldId id="311" r:id="rId52"/>
    <p:sldId id="312" r:id="rId53"/>
    <p:sldId id="313" r:id="rId54"/>
    <p:sldId id="314" r:id="rId55"/>
    <p:sldId id="281" r:id="rId56"/>
    <p:sldId id="315" r:id="rId57"/>
    <p:sldId id="316" r:id="rId58"/>
    <p:sldId id="317" r:id="rId59"/>
    <p:sldId id="318" r:id="rId60"/>
    <p:sldId id="319" r:id="rId61"/>
    <p:sldId id="282" r:id="rId62"/>
    <p:sldId id="283" r:id="rId63"/>
    <p:sldId id="284" r:id="rId64"/>
    <p:sldId id="285" r:id="rId65"/>
    <p:sldId id="286" r:id="rId66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4632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3.xml"/><Relationship Id="rId21" Type="http://schemas.openxmlformats.org/officeDocument/2006/relationships/slide" Target="slides/slide18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63" Type="http://schemas.openxmlformats.org/officeDocument/2006/relationships/slide" Target="slides/slide60.xml"/><Relationship Id="rId68" Type="http://schemas.openxmlformats.org/officeDocument/2006/relationships/presProps" Target="presProps.xml"/><Relationship Id="rId7" Type="http://schemas.openxmlformats.org/officeDocument/2006/relationships/slide" Target="slides/slide4.xml"/><Relationship Id="rId71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53" Type="http://schemas.openxmlformats.org/officeDocument/2006/relationships/slide" Target="slides/slide50.xml"/><Relationship Id="rId58" Type="http://schemas.openxmlformats.org/officeDocument/2006/relationships/slide" Target="slides/slide55.xml"/><Relationship Id="rId66" Type="http://schemas.openxmlformats.org/officeDocument/2006/relationships/slide" Target="slides/slide63.xml"/><Relationship Id="rId5" Type="http://schemas.openxmlformats.org/officeDocument/2006/relationships/slide" Target="slides/slide2.xml"/><Relationship Id="rId61" Type="http://schemas.openxmlformats.org/officeDocument/2006/relationships/slide" Target="slides/slide58.xml"/><Relationship Id="rId19" Type="http://schemas.openxmlformats.org/officeDocument/2006/relationships/slide" Target="slides/slide1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56" Type="http://schemas.openxmlformats.org/officeDocument/2006/relationships/slide" Target="slides/slide53.xml"/><Relationship Id="rId64" Type="http://schemas.openxmlformats.org/officeDocument/2006/relationships/slide" Target="slides/slide61.xml"/><Relationship Id="rId69" Type="http://schemas.openxmlformats.org/officeDocument/2006/relationships/viewProps" Target="viewProps.xml"/><Relationship Id="rId8" Type="http://schemas.openxmlformats.org/officeDocument/2006/relationships/slide" Target="slides/slide5.xml"/><Relationship Id="rId51" Type="http://schemas.openxmlformats.org/officeDocument/2006/relationships/slide" Target="slides/slide48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59" Type="http://schemas.openxmlformats.org/officeDocument/2006/relationships/slide" Target="slides/slide56.xml"/><Relationship Id="rId67" Type="http://schemas.openxmlformats.org/officeDocument/2006/relationships/notesMaster" Target="notesMasters/notesMaster1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slide" Target="slides/slide51.xml"/><Relationship Id="rId62" Type="http://schemas.openxmlformats.org/officeDocument/2006/relationships/slide" Target="slides/slide59.xml"/><Relationship Id="rId7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Relationship Id="rId57" Type="http://schemas.openxmlformats.org/officeDocument/2006/relationships/slide" Target="slides/slide54.xml"/><Relationship Id="rId10" Type="http://schemas.openxmlformats.org/officeDocument/2006/relationships/slide" Target="slides/slide7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slide" Target="slides/slide49.xml"/><Relationship Id="rId60" Type="http://schemas.openxmlformats.org/officeDocument/2006/relationships/slide" Target="slides/slide57.xml"/><Relationship Id="rId65" Type="http://schemas.openxmlformats.org/officeDocument/2006/relationships/slide" Target="slides/slide62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39" Type="http://schemas.openxmlformats.org/officeDocument/2006/relationships/slide" Target="slides/slide36.xml"/><Relationship Id="rId34" Type="http://schemas.openxmlformats.org/officeDocument/2006/relationships/slide" Target="slides/slide31.xml"/><Relationship Id="rId50" Type="http://schemas.openxmlformats.org/officeDocument/2006/relationships/slide" Target="slides/slide47.xml"/><Relationship Id="rId55" Type="http://schemas.openxmlformats.org/officeDocument/2006/relationships/slide" Target="slides/slide5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rPr>
              <a:t>Kliknij, aby przesunąć slajd</a:t>
            </a:r>
          </a:p>
        </p:txBody>
      </p:sp>
      <p:sp>
        <p:nvSpPr>
          <p:cNvPr id="25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pl-PL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Kliknij, aby edytować format notatek</a:t>
            </a:r>
          </a:p>
        </p:txBody>
      </p:sp>
      <p:sp>
        <p:nvSpPr>
          <p:cNvPr id="25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pl-PL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&lt;główka&gt;</a:t>
            </a:r>
          </a:p>
        </p:txBody>
      </p:sp>
      <p:sp>
        <p:nvSpPr>
          <p:cNvPr id="255" name="PlaceHolder 4"/>
          <p:cNvSpPr>
            <a:spLocks noGrp="1"/>
          </p:cNvSpPr>
          <p:nvPr>
            <p:ph type="dt" idx="56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pl-PL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pl-PL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&lt;data/godzina&gt;</a:t>
            </a:r>
          </a:p>
        </p:txBody>
      </p:sp>
      <p:sp>
        <p:nvSpPr>
          <p:cNvPr id="256" name="PlaceHolder 5"/>
          <p:cNvSpPr>
            <a:spLocks noGrp="1"/>
          </p:cNvSpPr>
          <p:nvPr>
            <p:ph type="ftr" idx="57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pl-PL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pl-PL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&lt;stopka&gt;</a:t>
            </a:r>
          </a:p>
        </p:txBody>
      </p:sp>
      <p:sp>
        <p:nvSpPr>
          <p:cNvPr id="257" name="PlaceHolder 6"/>
          <p:cNvSpPr>
            <a:spLocks noGrp="1"/>
          </p:cNvSpPr>
          <p:nvPr>
            <p:ph type="sldNum" idx="58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pl-PL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9C2D9C13-E113-4FCB-A110-C47FBACFC3FC}" type="slidenum">
              <a:rPr lang="pl-PL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pl-PL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Text Box 1"/>
          <p:cNvSpPr/>
          <p:nvPr/>
        </p:nvSpPr>
        <p:spPr>
          <a:xfrm>
            <a:off x="2143080" y="695160"/>
            <a:ext cx="2571480" cy="342864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defTabSz="449280">
              <a:lnSpc>
                <a:spcPct val="100000"/>
              </a:lnSpc>
            </a:pPr>
            <a:endParaRPr lang="pl-PL" sz="2400" b="0" u="none" strike="noStrike">
              <a:solidFill>
                <a:schemeClr val="lt1"/>
              </a:solidFill>
              <a:effectLst/>
              <a:uFillTx/>
              <a:latin typeface="Times New Roman"/>
              <a:ea typeface="+mn-ea"/>
            </a:endParaRPr>
          </a:p>
        </p:txBody>
      </p:sp>
      <p:sp>
        <p:nvSpPr>
          <p:cNvPr id="307" name="PlaceHolder 1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600" cy="411444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ctr">
            <a:noAutofit/>
          </a:bodyPr>
          <a:lstStyle/>
          <a:p>
            <a:pPr indent="0">
              <a:buNone/>
            </a:pPr>
            <a:endParaRPr lang="pl-P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Text Box 1"/>
          <p:cNvSpPr/>
          <p:nvPr/>
        </p:nvSpPr>
        <p:spPr>
          <a:xfrm>
            <a:off x="2143080" y="695160"/>
            <a:ext cx="2571480" cy="342864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defTabSz="449280">
              <a:lnSpc>
                <a:spcPct val="100000"/>
              </a:lnSpc>
            </a:pPr>
            <a:endParaRPr lang="pl-PL" sz="2400" b="0" u="none" strike="noStrike">
              <a:solidFill>
                <a:schemeClr val="lt1"/>
              </a:solidFill>
              <a:effectLst/>
              <a:uFillTx/>
              <a:latin typeface="Times New Roman"/>
              <a:ea typeface="+mn-ea"/>
            </a:endParaRPr>
          </a:p>
        </p:txBody>
      </p:sp>
      <p:sp>
        <p:nvSpPr>
          <p:cNvPr id="309" name="PlaceHolder 1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600" cy="411444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ctr">
            <a:noAutofit/>
          </a:bodyPr>
          <a:lstStyle/>
          <a:p>
            <a:pPr indent="0">
              <a:buNone/>
            </a:pPr>
            <a:endParaRPr lang="pl-P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Text Box 1"/>
          <p:cNvSpPr/>
          <p:nvPr/>
        </p:nvSpPr>
        <p:spPr>
          <a:xfrm>
            <a:off x="2143080" y="695160"/>
            <a:ext cx="2571480" cy="342864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defTabSz="449280">
              <a:lnSpc>
                <a:spcPct val="100000"/>
              </a:lnSpc>
            </a:pPr>
            <a:endParaRPr lang="pl-PL" sz="2400" b="0" u="none" strike="noStrike">
              <a:solidFill>
                <a:schemeClr val="lt1"/>
              </a:solidFill>
              <a:effectLst/>
              <a:uFillTx/>
              <a:latin typeface="Times New Roman"/>
              <a:ea typeface="+mn-ea"/>
            </a:endParaRPr>
          </a:p>
        </p:txBody>
      </p:sp>
      <p:sp>
        <p:nvSpPr>
          <p:cNvPr id="311" name="PlaceHolder 1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600" cy="411444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ctr">
            <a:noAutofit/>
          </a:bodyPr>
          <a:lstStyle/>
          <a:p>
            <a:pPr indent="0">
              <a:buNone/>
            </a:pPr>
            <a:endParaRPr lang="pl-P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Text Box 1"/>
          <p:cNvSpPr/>
          <p:nvPr/>
        </p:nvSpPr>
        <p:spPr>
          <a:xfrm>
            <a:off x="2143080" y="695160"/>
            <a:ext cx="2571480" cy="342864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defTabSz="449280">
              <a:lnSpc>
                <a:spcPct val="100000"/>
              </a:lnSpc>
            </a:pPr>
            <a:endParaRPr lang="pl-PL" sz="2400" b="0" u="none" strike="noStrike">
              <a:solidFill>
                <a:schemeClr val="lt1"/>
              </a:solidFill>
              <a:effectLst/>
              <a:uFillTx/>
              <a:latin typeface="Times New Roman"/>
              <a:ea typeface="+mn-ea"/>
            </a:endParaRPr>
          </a:p>
        </p:txBody>
      </p:sp>
      <p:sp>
        <p:nvSpPr>
          <p:cNvPr id="313" name="PlaceHolder 1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600" cy="411444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ctr">
            <a:noAutofit/>
          </a:bodyPr>
          <a:lstStyle/>
          <a:p>
            <a:pPr indent="0">
              <a:buNone/>
            </a:pPr>
            <a:endParaRPr lang="pl-P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Text Box 1"/>
          <p:cNvSpPr/>
          <p:nvPr/>
        </p:nvSpPr>
        <p:spPr>
          <a:xfrm>
            <a:off x="2143080" y="695160"/>
            <a:ext cx="2571480" cy="342864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defTabSz="449280">
              <a:lnSpc>
                <a:spcPct val="100000"/>
              </a:lnSpc>
            </a:pPr>
            <a:endParaRPr lang="pl-PL" sz="2400" b="0" u="none" strike="noStrike">
              <a:solidFill>
                <a:schemeClr val="lt1"/>
              </a:solidFill>
              <a:effectLst/>
              <a:uFillTx/>
              <a:latin typeface="Times New Roman"/>
              <a:ea typeface="+mn-ea"/>
            </a:endParaRPr>
          </a:p>
        </p:txBody>
      </p:sp>
      <p:sp>
        <p:nvSpPr>
          <p:cNvPr id="315" name="PlaceHolder 1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600" cy="411444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ctr">
            <a:noAutofit/>
          </a:bodyPr>
          <a:lstStyle/>
          <a:p>
            <a:pPr indent="0">
              <a:buNone/>
            </a:pPr>
            <a:endParaRPr lang="pl-P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Text Box 1"/>
          <p:cNvSpPr/>
          <p:nvPr/>
        </p:nvSpPr>
        <p:spPr>
          <a:xfrm>
            <a:off x="2143080" y="695160"/>
            <a:ext cx="2571480" cy="342864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defTabSz="449280">
              <a:lnSpc>
                <a:spcPct val="100000"/>
              </a:lnSpc>
            </a:pPr>
            <a:endParaRPr lang="pl-PL" sz="2400" b="0" u="none" strike="noStrike">
              <a:solidFill>
                <a:schemeClr val="lt1"/>
              </a:solidFill>
              <a:effectLst/>
              <a:uFillTx/>
              <a:latin typeface="Times New Roman"/>
              <a:ea typeface="+mn-ea"/>
            </a:endParaRPr>
          </a:p>
        </p:txBody>
      </p:sp>
      <p:sp>
        <p:nvSpPr>
          <p:cNvPr id="319" name="PlaceHolder 1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600" cy="411444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ctr">
            <a:noAutofit/>
          </a:bodyPr>
          <a:lstStyle/>
          <a:p>
            <a:pPr indent="0">
              <a:buNone/>
            </a:pPr>
            <a:endParaRPr lang="pl-P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Text Box 1"/>
          <p:cNvSpPr/>
          <p:nvPr/>
        </p:nvSpPr>
        <p:spPr>
          <a:xfrm>
            <a:off x="2143080" y="695160"/>
            <a:ext cx="2571480" cy="342864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defTabSz="449280">
              <a:lnSpc>
                <a:spcPct val="100000"/>
              </a:lnSpc>
            </a:pPr>
            <a:endParaRPr lang="pl-PL" sz="2400" b="0" u="none" strike="noStrike">
              <a:solidFill>
                <a:schemeClr val="lt1"/>
              </a:solidFill>
              <a:effectLst/>
              <a:uFillTx/>
              <a:latin typeface="Times New Roman"/>
              <a:ea typeface="+mn-ea"/>
            </a:endParaRPr>
          </a:p>
        </p:txBody>
      </p:sp>
      <p:sp>
        <p:nvSpPr>
          <p:cNvPr id="321" name="PlaceHolder 1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600" cy="411444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ctr">
            <a:noAutofit/>
          </a:bodyPr>
          <a:lstStyle/>
          <a:p>
            <a:pPr indent="0">
              <a:buNone/>
            </a:pPr>
            <a:endParaRPr lang="pl-P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Text Box 1"/>
          <p:cNvSpPr/>
          <p:nvPr/>
        </p:nvSpPr>
        <p:spPr>
          <a:xfrm>
            <a:off x="1440" y="0"/>
            <a:ext cx="1080" cy="108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-43560" rIns="90000" bIns="-43560" anchor="ctr">
            <a:noAutofit/>
          </a:bodyPr>
          <a:lstStyle/>
          <a:p>
            <a:pPr defTabSz="449280">
              <a:lnSpc>
                <a:spcPct val="100000"/>
              </a:lnSpc>
            </a:pPr>
            <a:endParaRPr lang="pl-PL" sz="2400" b="0" u="none" strike="noStrike">
              <a:solidFill>
                <a:schemeClr val="lt1"/>
              </a:solidFill>
              <a:effectLst/>
              <a:uFillTx/>
              <a:latin typeface="Times New Roman"/>
              <a:ea typeface="+mn-ea"/>
            </a:endParaRPr>
          </a:p>
        </p:txBody>
      </p:sp>
      <p:sp>
        <p:nvSpPr>
          <p:cNvPr id="323" name="PlaceHolder 1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600" cy="411444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ctr">
            <a:noAutofit/>
          </a:bodyPr>
          <a:lstStyle/>
          <a:p>
            <a:pPr indent="0">
              <a:buNone/>
            </a:pPr>
            <a:endParaRPr lang="pl-P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Text Box 1"/>
          <p:cNvSpPr/>
          <p:nvPr/>
        </p:nvSpPr>
        <p:spPr>
          <a:xfrm>
            <a:off x="1440" y="0"/>
            <a:ext cx="1080" cy="108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-43560" rIns="90000" bIns="-43560" anchor="ctr">
            <a:noAutofit/>
          </a:bodyPr>
          <a:lstStyle/>
          <a:p>
            <a:pPr defTabSz="449280">
              <a:lnSpc>
                <a:spcPct val="100000"/>
              </a:lnSpc>
            </a:pPr>
            <a:endParaRPr lang="pl-PL" sz="2400" b="0" u="none" strike="noStrike">
              <a:solidFill>
                <a:schemeClr val="lt1"/>
              </a:solidFill>
              <a:effectLst/>
              <a:uFillTx/>
              <a:latin typeface="Times New Roman"/>
              <a:ea typeface="+mn-ea"/>
            </a:endParaRPr>
          </a:p>
        </p:txBody>
      </p:sp>
      <p:sp>
        <p:nvSpPr>
          <p:cNvPr id="325" name="PlaceHolder 1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600" cy="411444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ctr">
            <a:noAutofit/>
          </a:bodyPr>
          <a:lstStyle/>
          <a:p>
            <a:pPr indent="0">
              <a:buNone/>
            </a:pPr>
            <a:endParaRPr lang="pl-P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Text Box 1"/>
          <p:cNvSpPr/>
          <p:nvPr/>
        </p:nvSpPr>
        <p:spPr>
          <a:xfrm>
            <a:off x="2143080" y="695160"/>
            <a:ext cx="2571480" cy="342864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defTabSz="449280">
              <a:lnSpc>
                <a:spcPct val="100000"/>
              </a:lnSpc>
            </a:pPr>
            <a:endParaRPr lang="pl-PL" sz="2400" b="0" u="none" strike="noStrike">
              <a:solidFill>
                <a:schemeClr val="lt1"/>
              </a:solidFill>
              <a:effectLst/>
              <a:uFillTx/>
              <a:latin typeface="Times New Roman"/>
              <a:ea typeface="+mn-ea"/>
            </a:endParaRPr>
          </a:p>
        </p:txBody>
      </p:sp>
      <p:sp>
        <p:nvSpPr>
          <p:cNvPr id="327" name="PlaceHolder 1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600" cy="411444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ctr">
            <a:noAutofit/>
          </a:bodyPr>
          <a:lstStyle/>
          <a:p>
            <a:pPr indent="0">
              <a:buNone/>
            </a:pPr>
            <a:endParaRPr lang="pl-P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Text Box 1"/>
          <p:cNvSpPr/>
          <p:nvPr/>
        </p:nvSpPr>
        <p:spPr>
          <a:xfrm>
            <a:off x="2143080" y="695160"/>
            <a:ext cx="2571480" cy="342864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defTabSz="449280">
              <a:lnSpc>
                <a:spcPct val="100000"/>
              </a:lnSpc>
            </a:pPr>
            <a:endParaRPr lang="pl-PL" sz="2400" b="0" u="none" strike="noStrike">
              <a:solidFill>
                <a:schemeClr val="lt1"/>
              </a:solidFill>
              <a:effectLst/>
              <a:uFillTx/>
              <a:latin typeface="Times New Roman"/>
              <a:ea typeface="+mn-ea"/>
            </a:endParaRPr>
          </a:p>
        </p:txBody>
      </p:sp>
      <p:sp>
        <p:nvSpPr>
          <p:cNvPr id="329" name="PlaceHolder 1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600" cy="411444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ctr">
            <a:noAutofit/>
          </a:bodyPr>
          <a:lstStyle/>
          <a:p>
            <a:pPr indent="0">
              <a:buNone/>
            </a:pPr>
            <a:endParaRPr lang="pl-P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bg>
      <p:bgPr>
        <a:blipFill rotWithShape="0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wolny kształt 6"/>
          <p:cNvSpPr/>
          <p:nvPr/>
        </p:nvSpPr>
        <p:spPr>
          <a:xfrm>
            <a:off x="-9360" y="-7920"/>
            <a:ext cx="9162720" cy="1041120"/>
          </a:xfrm>
          <a:custGeom>
            <a:avLst/>
            <a:gdLst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l" t="t" r="r" b="b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49280">
              <a:lnSpc>
                <a:spcPct val="100000"/>
              </a:lnSpc>
            </a:pPr>
            <a:endParaRPr lang="en-US" sz="2400" b="0" u="none" strike="noStrike">
              <a:solidFill>
                <a:schemeClr val="lt1"/>
              </a:solidFill>
              <a:effectLst/>
              <a:uFillTx/>
              <a:latin typeface="Constantia"/>
            </a:endParaRPr>
          </a:p>
        </p:txBody>
      </p:sp>
      <p:sp>
        <p:nvSpPr>
          <p:cNvPr id="3" name="Dowolny kształt 7"/>
          <p:cNvSpPr/>
          <p:nvPr/>
        </p:nvSpPr>
        <p:spPr>
          <a:xfrm>
            <a:off x="4381560" y="-7920"/>
            <a:ext cx="4762080" cy="637920"/>
          </a:xfrm>
          <a:custGeom>
            <a:avLst/>
            <a:gdLst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l" t="t" r="r" b="b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49280">
              <a:lnSpc>
                <a:spcPct val="100000"/>
              </a:lnSpc>
            </a:pPr>
            <a:endParaRPr lang="en-US" sz="2400" b="0" u="none" strike="noStrike">
              <a:solidFill>
                <a:schemeClr val="lt1"/>
              </a:solidFill>
              <a:effectLst/>
              <a:uFillTx/>
              <a:latin typeface="Constantia"/>
            </a:endParaRPr>
          </a:p>
        </p:txBody>
      </p:sp>
      <p:grpSp>
        <p:nvGrpSpPr>
          <p:cNvPr id="4" name="Grupa 1"/>
          <p:cNvGrpSpPr/>
          <p:nvPr/>
        </p:nvGrpSpPr>
        <p:grpSpPr>
          <a:xfrm>
            <a:off x="-29160" y="-15480"/>
            <a:ext cx="9197640" cy="1084680"/>
            <a:chOff x="-29160" y="-15480"/>
            <a:chExt cx="9197640" cy="1084680"/>
          </a:xfrm>
        </p:grpSpPr>
        <p:sp>
          <p:nvSpPr>
            <p:cNvPr id="5" name="Dowolny kształt 11"/>
            <p:cNvSpPr/>
            <p:nvPr/>
          </p:nvSpPr>
          <p:spPr>
            <a:xfrm rot="21435600">
              <a:off x="-18720" y="203040"/>
              <a:ext cx="9162720" cy="647280"/>
            </a:xfrm>
            <a:custGeom>
              <a:avLst/>
              <a:gdLst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defTabSz="449280">
                <a:lnSpc>
                  <a:spcPct val="100000"/>
                </a:lnSpc>
              </a:pPr>
              <a:endParaRPr lang="en-US" sz="2400" b="0" u="none" strike="noStrike">
                <a:solidFill>
                  <a:schemeClr val="dk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6" name="Dowolny kształt 12"/>
            <p:cNvSpPr/>
            <p:nvPr/>
          </p:nvSpPr>
          <p:spPr>
            <a:xfrm rot="21435600">
              <a:off x="-14040" y="276120"/>
              <a:ext cx="9175320" cy="528840"/>
            </a:xfrm>
            <a:custGeom>
              <a:avLst/>
              <a:gdLst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defTabSz="449280">
                <a:lnSpc>
                  <a:spcPct val="100000"/>
                </a:lnSpc>
              </a:pPr>
              <a:endParaRPr lang="en-US" sz="2400" b="0" u="none" strike="noStrike">
                <a:solidFill>
                  <a:schemeClr val="dk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33520" y="1371600"/>
            <a:ext cx="78512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18360" bIns="0" numCol="1" spcCol="0" anchor="b">
            <a:normAutofit/>
          </a:bodyPr>
          <a:lstStyle/>
          <a:p>
            <a:pPr indent="0" algn="r">
              <a:lnSpc>
                <a:spcPct val="100000"/>
              </a:lnSpc>
              <a:buNone/>
            </a:pPr>
            <a:r>
              <a:rPr lang="pl-PL" sz="5600" b="1" u="none" strike="noStrike">
                <a:solidFill>
                  <a:schemeClr val="accent3">
                    <a:tint val="90000"/>
                  </a:schemeClr>
                </a:solidFill>
                <a:effectLst/>
                <a:uFillTx/>
                <a:latin typeface="Calibri"/>
              </a:rPr>
              <a:t>Kliknij, aby edytować styl</a:t>
            </a:r>
            <a:endParaRPr lang="en-GB" sz="5600" b="0" u="none" strike="noStrike">
              <a:solidFill>
                <a:schemeClr val="dk1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defTabSz="449280">
              <a:lnSpc>
                <a:spcPct val="100000"/>
              </a:lnSpc>
              <a:buNone/>
              <a:defRPr lang="en-US" sz="1200" b="0" u="none" strike="noStrike">
                <a:solidFill>
                  <a:schemeClr val="lt2">
                    <a:shade val="90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 defTabSz="44928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lt2">
                    <a:shade val="90000"/>
                  </a:schemeClr>
                </a:solidFill>
                <a:effectLst/>
                <a:uFillTx/>
                <a:latin typeface="Times New Roman"/>
              </a:rPr>
              <a:t>&lt;data/godzina&gt;</a:t>
            </a:r>
            <a:endParaRPr lang="pl-PL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ftr" idx="2"/>
          </p:nvPr>
        </p:nvSpPr>
        <p:spPr>
          <a:xfrm>
            <a:off x="2666880" y="6356520"/>
            <a:ext cx="335232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ctr">
              <a:buNone/>
              <a:defRPr lang="pl-PL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l-PL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&lt;stopka&gt;</a:t>
            </a:r>
          </a:p>
        </p:txBody>
      </p:sp>
      <p:sp>
        <p:nvSpPr>
          <p:cNvPr id="10" name="PlaceHolder 4"/>
          <p:cNvSpPr>
            <a:spLocks noGrp="1"/>
          </p:cNvSpPr>
          <p:nvPr>
            <p:ph type="sldNum" idx="3"/>
          </p:nvPr>
        </p:nvSpPr>
        <p:spPr>
          <a:xfrm>
            <a:off x="7924680" y="6356520"/>
            <a:ext cx="76176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defRPr lang="en-GB" sz="1200" b="0" u="none" strike="noStrike">
                <a:solidFill>
                  <a:srgbClr val="D1EAEE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</a:pPr>
            <a:fld id="{25735942-ECB7-4F7F-ACB7-019A2BF77072}" type="slidenum">
              <a:rPr lang="en-GB" sz="1200" b="0" u="none" strike="noStrike">
                <a:solidFill>
                  <a:srgbClr val="D1EAEE"/>
                </a:solidFill>
                <a:effectLst/>
                <a:uFillTx/>
                <a:latin typeface="Times New Roman"/>
              </a:rPr>
              <a:t>‹#›</a:t>
            </a:fld>
            <a:endParaRPr lang="pl-PL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Nagłówek sekcji">
    <p:bg>
      <p:bgPr>
        <a:blipFill rotWithShape="0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Dowolny kształt 6"/>
          <p:cNvSpPr/>
          <p:nvPr/>
        </p:nvSpPr>
        <p:spPr>
          <a:xfrm>
            <a:off x="-9360" y="-7920"/>
            <a:ext cx="9162720" cy="1041120"/>
          </a:xfrm>
          <a:custGeom>
            <a:avLst/>
            <a:gdLst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l" t="t" r="r" b="b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49280">
              <a:lnSpc>
                <a:spcPct val="100000"/>
              </a:lnSpc>
            </a:pPr>
            <a:endParaRPr lang="en-US" sz="2400" b="0" u="none" strike="noStrike">
              <a:solidFill>
                <a:schemeClr val="lt1"/>
              </a:solidFill>
              <a:effectLst/>
              <a:uFillTx/>
              <a:latin typeface="Constantia"/>
            </a:endParaRPr>
          </a:p>
        </p:txBody>
      </p:sp>
      <p:sp>
        <p:nvSpPr>
          <p:cNvPr id="54" name="Dowolny kształt 7"/>
          <p:cNvSpPr/>
          <p:nvPr/>
        </p:nvSpPr>
        <p:spPr>
          <a:xfrm>
            <a:off x="4381560" y="-7920"/>
            <a:ext cx="4762080" cy="637920"/>
          </a:xfrm>
          <a:custGeom>
            <a:avLst/>
            <a:gdLst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l" t="t" r="r" b="b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49280">
              <a:lnSpc>
                <a:spcPct val="100000"/>
              </a:lnSpc>
            </a:pPr>
            <a:endParaRPr lang="en-US" sz="2400" b="0" u="none" strike="noStrike">
              <a:solidFill>
                <a:schemeClr val="lt1"/>
              </a:solidFill>
              <a:effectLst/>
              <a:uFillTx/>
              <a:latin typeface="Constantia"/>
            </a:endParaRPr>
          </a:p>
        </p:txBody>
      </p:sp>
      <p:grpSp>
        <p:nvGrpSpPr>
          <p:cNvPr id="55" name="Grupa 1"/>
          <p:cNvGrpSpPr/>
          <p:nvPr/>
        </p:nvGrpSpPr>
        <p:grpSpPr>
          <a:xfrm>
            <a:off x="-29160" y="-15480"/>
            <a:ext cx="9197640" cy="1084680"/>
            <a:chOff x="-29160" y="-15480"/>
            <a:chExt cx="9197640" cy="1084680"/>
          </a:xfrm>
        </p:grpSpPr>
        <p:sp>
          <p:nvSpPr>
            <p:cNvPr id="56" name="Dowolny kształt 11"/>
            <p:cNvSpPr/>
            <p:nvPr/>
          </p:nvSpPr>
          <p:spPr>
            <a:xfrm rot="21435600">
              <a:off x="-18720" y="203040"/>
              <a:ext cx="9162720" cy="647280"/>
            </a:xfrm>
            <a:custGeom>
              <a:avLst/>
              <a:gdLst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defTabSz="449280">
                <a:lnSpc>
                  <a:spcPct val="100000"/>
                </a:lnSpc>
              </a:pPr>
              <a:endParaRPr lang="en-US" sz="2400" b="0" u="none" strike="noStrike">
                <a:solidFill>
                  <a:schemeClr val="dk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57" name="Dowolny kształt 12"/>
            <p:cNvSpPr/>
            <p:nvPr/>
          </p:nvSpPr>
          <p:spPr>
            <a:xfrm rot="21435600">
              <a:off x="-14040" y="276120"/>
              <a:ext cx="9175320" cy="528840"/>
            </a:xfrm>
            <a:custGeom>
              <a:avLst/>
              <a:gdLst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defTabSz="449280">
                <a:lnSpc>
                  <a:spcPct val="100000"/>
                </a:lnSpc>
              </a:pPr>
              <a:endParaRPr lang="en-US" sz="2400" b="0" u="none" strike="noStrike">
                <a:solidFill>
                  <a:schemeClr val="dk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530280" y="1316880"/>
            <a:ext cx="7772040" cy="1362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pl-PL" sz="5600" b="1" u="none" strike="noStrike">
                <a:solidFill>
                  <a:schemeClr val="accent4">
                    <a:tint val="90000"/>
                  </a:schemeClr>
                </a:solidFill>
                <a:effectLst/>
                <a:uFillTx/>
                <a:latin typeface="Calibri"/>
              </a:rPr>
              <a:t>Kliknij, aby edytować styl</a:t>
            </a:r>
            <a:endParaRPr lang="en-GB" sz="5600" b="0" u="none" strike="noStrike">
              <a:solidFill>
                <a:schemeClr val="dk1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 type="body"/>
          </p:nvPr>
        </p:nvSpPr>
        <p:spPr>
          <a:xfrm>
            <a:off x="530280" y="2704680"/>
            <a:ext cx="7772040" cy="15094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numCol="1" spcCol="0" anchor="t">
            <a:noAutofit/>
          </a:bodyPr>
          <a:lstStyle/>
          <a:p>
            <a:pPr indent="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r>
              <a:rPr lang="pl-PL" sz="2200" b="0" u="none" strike="noStrike">
                <a:solidFill>
                  <a:schemeClr val="lt1"/>
                </a:solidFill>
                <a:effectLst/>
                <a:uFillTx/>
                <a:latin typeface="Constantia"/>
              </a:rPr>
              <a:t>Kliknij, aby edytować style wzorca tekstu</a:t>
            </a:r>
            <a:endParaRPr lang="en-GB" sz="2200" b="0" u="none" strike="noStrike">
              <a:solidFill>
                <a:schemeClr val="lt1"/>
              </a:solidFill>
              <a:effectLst/>
              <a:uFillTx/>
              <a:latin typeface="Constantia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 type="dt" idx="1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defTabSz="449280">
              <a:lnSpc>
                <a:spcPct val="100000"/>
              </a:lnSpc>
              <a:buNone/>
              <a:defRPr lang="en-US" sz="1200" b="0" u="none" strike="noStrike">
                <a:solidFill>
                  <a:schemeClr val="lt2">
                    <a:shade val="90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 defTabSz="44928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lt2">
                    <a:shade val="90000"/>
                  </a:schemeClr>
                </a:solidFill>
                <a:effectLst/>
                <a:uFillTx/>
                <a:latin typeface="Times New Roman"/>
              </a:rPr>
              <a:t>&lt;data/godzina&gt;</a:t>
            </a:r>
            <a:endParaRPr lang="pl-PL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" name="PlaceHolder 4"/>
          <p:cNvSpPr>
            <a:spLocks noGrp="1"/>
          </p:cNvSpPr>
          <p:nvPr>
            <p:ph type="ftr" idx="16"/>
          </p:nvPr>
        </p:nvSpPr>
        <p:spPr>
          <a:xfrm>
            <a:off x="2666880" y="6356520"/>
            <a:ext cx="335232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ctr">
              <a:buNone/>
              <a:defRPr lang="pl-PL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l-PL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&lt;stopka&gt;</a:t>
            </a:r>
          </a:p>
        </p:txBody>
      </p:sp>
      <p:sp>
        <p:nvSpPr>
          <p:cNvPr id="62" name="PlaceHolder 5"/>
          <p:cNvSpPr>
            <a:spLocks noGrp="1"/>
          </p:cNvSpPr>
          <p:nvPr>
            <p:ph type="sldNum" idx="17"/>
          </p:nvPr>
        </p:nvSpPr>
        <p:spPr>
          <a:xfrm>
            <a:off x="7924680" y="6356520"/>
            <a:ext cx="76176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defRPr lang="en-GB" sz="1200" b="0" u="none" strike="noStrike">
                <a:solidFill>
                  <a:srgbClr val="D1EAEE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</a:pPr>
            <a:fld id="{8ED263AB-65C5-4F66-96C1-BC3442562236}" type="slidenum">
              <a:rPr lang="en-GB" sz="1200" b="0" u="none" strike="noStrike">
                <a:solidFill>
                  <a:srgbClr val="D1EAEE"/>
                </a:solidFill>
                <a:effectLst/>
                <a:uFillTx/>
                <a:latin typeface="Times New Roman"/>
              </a:rPr>
              <a:t>‹#›</a:t>
            </a:fld>
            <a:endParaRPr lang="pl-PL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bg>
      <p:bgPr>
        <a:blipFill rotWithShape="0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Dowolny kształt 6"/>
          <p:cNvSpPr/>
          <p:nvPr/>
        </p:nvSpPr>
        <p:spPr>
          <a:xfrm>
            <a:off x="-9360" y="-7920"/>
            <a:ext cx="9162720" cy="1041120"/>
          </a:xfrm>
          <a:custGeom>
            <a:avLst/>
            <a:gdLst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l" t="t" r="r" b="b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4928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12" name="Dowolny kształt 7"/>
          <p:cNvSpPr/>
          <p:nvPr/>
        </p:nvSpPr>
        <p:spPr>
          <a:xfrm>
            <a:off x="4381560" y="-7920"/>
            <a:ext cx="4762080" cy="637920"/>
          </a:xfrm>
          <a:custGeom>
            <a:avLst/>
            <a:gdLst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l" t="t" r="r" b="b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4928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grpSp>
        <p:nvGrpSpPr>
          <p:cNvPr id="13" name="Grupa 1"/>
          <p:cNvGrpSpPr/>
          <p:nvPr/>
        </p:nvGrpSpPr>
        <p:grpSpPr>
          <a:xfrm>
            <a:off x="-29160" y="-15480"/>
            <a:ext cx="9197640" cy="1084680"/>
            <a:chOff x="-29160" y="-15480"/>
            <a:chExt cx="9197640" cy="1084680"/>
          </a:xfrm>
        </p:grpSpPr>
        <p:sp>
          <p:nvSpPr>
            <p:cNvPr id="14" name="Dowolny kształt 11"/>
            <p:cNvSpPr/>
            <p:nvPr/>
          </p:nvSpPr>
          <p:spPr>
            <a:xfrm rot="21435600">
              <a:off x="-18720" y="203040"/>
              <a:ext cx="9162720" cy="647280"/>
            </a:xfrm>
            <a:custGeom>
              <a:avLst/>
              <a:gdLst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defTabSz="44928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5" name="Dowolny kształt 12"/>
            <p:cNvSpPr/>
            <p:nvPr/>
          </p:nvSpPr>
          <p:spPr>
            <a:xfrm rot="21435600">
              <a:off x="-14040" y="276120"/>
              <a:ext cx="9175320" cy="528840"/>
            </a:xfrm>
            <a:custGeom>
              <a:avLst/>
              <a:gdLst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defTabSz="44928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7048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pl-PL" sz="5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Kliknij, aby edytować styl</a:t>
            </a:r>
            <a:endParaRPr lang="en-GB" sz="5000" b="0" u="none" strike="noStrike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935000"/>
            <a:ext cx="8229240" cy="438912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numCol="1" spcCol="0" anchor="t">
            <a:noAutofit/>
          </a:bodyPr>
          <a:lstStyle/>
          <a:p>
            <a:pPr marL="272880" indent="-272880">
              <a:lnSpc>
                <a:spcPct val="100000"/>
              </a:lnSpc>
              <a:spcBef>
                <a:spcPts val="519"/>
              </a:spcBef>
              <a:buClr>
                <a:srgbClr val="0BD0D9"/>
              </a:buClr>
              <a:buSzPct val="95000"/>
              <a:buFont typeface="Wingdings 2" charset="2"/>
              <a:buChar char=""/>
            </a:pPr>
            <a:r>
              <a:rPr lang="pl-PL" sz="2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style wzorca tekstu</a:t>
            </a:r>
            <a:endParaRPr lang="en-GB" sz="26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639720" lvl="1" indent="-246240">
              <a:lnSpc>
                <a:spcPct val="100000"/>
              </a:lnSpc>
              <a:spcBef>
                <a:spcPts val="479"/>
              </a:spcBef>
              <a:buClr>
                <a:srgbClr val="0F6FC6"/>
              </a:buClr>
              <a:buSzPct val="85000"/>
              <a:buFont typeface="Wingdings 2" charset="2"/>
              <a:buChar char=""/>
            </a:pPr>
            <a:r>
              <a:rPr lang="pl-PL" sz="24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Drugi poziom</a:t>
            </a:r>
            <a:endParaRPr lang="en-GB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914400" lvl="2" indent="-246240">
              <a:lnSpc>
                <a:spcPct val="100000"/>
              </a:lnSpc>
              <a:spcBef>
                <a:spcPts val="420"/>
              </a:spcBef>
              <a:buClr>
                <a:srgbClr val="009DD9"/>
              </a:buClr>
              <a:buSzPct val="70000"/>
              <a:buFont typeface="Wingdings 2" charset="2"/>
              <a:buChar char=""/>
            </a:pPr>
            <a:r>
              <a:rPr lang="pl-PL" sz="21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Trzeci poziom</a:t>
            </a:r>
            <a:endParaRPr lang="en-GB" sz="21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1187280" lvl="3" indent="-209520">
              <a:lnSpc>
                <a:spcPct val="100000"/>
              </a:lnSpc>
              <a:spcBef>
                <a:spcPts val="400"/>
              </a:spcBef>
              <a:buClr>
                <a:srgbClr val="0BD0D9"/>
              </a:buClr>
              <a:buSzPct val="65000"/>
              <a:buFont typeface="Wingdings 2" charset="2"/>
              <a:buChar char=""/>
            </a:pPr>
            <a:r>
              <a:rPr lang="pl-PL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Czwarty poziom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1461960" lvl="4" indent="-209520">
              <a:lnSpc>
                <a:spcPct val="100000"/>
              </a:lnSpc>
              <a:spcBef>
                <a:spcPts val="400"/>
              </a:spcBef>
              <a:buClr>
                <a:srgbClr val="10CF9B"/>
              </a:buClr>
              <a:buSzPct val="65000"/>
              <a:buFont typeface="Wingdings 2" charset="2"/>
              <a:buChar char=""/>
            </a:pPr>
            <a:r>
              <a:rPr lang="pl-PL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Piąty poziom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defTabSz="449280">
              <a:lnSpc>
                <a:spcPct val="100000"/>
              </a:lnSpc>
              <a:buNone/>
              <a:defRPr lang="en-US" sz="1200" b="0" u="none" strike="noStrike">
                <a:solidFill>
                  <a:schemeClr val="dk2">
                    <a:shade val="90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 defTabSz="44928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2">
                    <a:shade val="90000"/>
                  </a:schemeClr>
                </a:solidFill>
                <a:effectLst/>
                <a:uFillTx/>
                <a:latin typeface="Times New Roman"/>
              </a:rPr>
              <a:t>&lt;data/godzina&gt;</a:t>
            </a:r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5"/>
          </p:nvPr>
        </p:nvSpPr>
        <p:spPr>
          <a:xfrm>
            <a:off x="2666880" y="6356520"/>
            <a:ext cx="335232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ctr">
              <a:buNone/>
              <a:defRPr lang="pl-PL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l-PL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&lt;stopka&gt;</a:t>
            </a:r>
          </a:p>
        </p:txBody>
      </p:sp>
      <p:sp>
        <p:nvSpPr>
          <p:cNvPr id="20" name="PlaceHolder 5"/>
          <p:cNvSpPr>
            <a:spLocks noGrp="1"/>
          </p:cNvSpPr>
          <p:nvPr>
            <p:ph type="sldNum" idx="6"/>
          </p:nvPr>
        </p:nvSpPr>
        <p:spPr>
          <a:xfrm>
            <a:off x="7924680" y="6356520"/>
            <a:ext cx="76176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def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</a:pPr>
            <a:fld id="{3BE56230-5D2F-4F16-BA33-ADF13758D8B9}" type="slidenum">
              <a: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rPr>
              <a:t>‹#›</a:t>
            </a:fld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bg>
      <p:bgPr>
        <a:blipFill rotWithShape="0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Dowolny kształt 6"/>
          <p:cNvSpPr/>
          <p:nvPr/>
        </p:nvSpPr>
        <p:spPr>
          <a:xfrm>
            <a:off x="-9360" y="-7920"/>
            <a:ext cx="9162720" cy="1041120"/>
          </a:xfrm>
          <a:custGeom>
            <a:avLst/>
            <a:gdLst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l" t="t" r="r" b="b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4928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22" name="Dowolny kształt 7"/>
          <p:cNvSpPr/>
          <p:nvPr/>
        </p:nvSpPr>
        <p:spPr>
          <a:xfrm>
            <a:off x="4381560" y="-7920"/>
            <a:ext cx="4762080" cy="637920"/>
          </a:xfrm>
          <a:custGeom>
            <a:avLst/>
            <a:gdLst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l" t="t" r="r" b="b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4928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grpSp>
        <p:nvGrpSpPr>
          <p:cNvPr id="23" name="Grupa 1"/>
          <p:cNvGrpSpPr/>
          <p:nvPr/>
        </p:nvGrpSpPr>
        <p:grpSpPr>
          <a:xfrm>
            <a:off x="-29160" y="-15480"/>
            <a:ext cx="9197640" cy="1084680"/>
            <a:chOff x="-29160" y="-15480"/>
            <a:chExt cx="9197640" cy="1084680"/>
          </a:xfrm>
        </p:grpSpPr>
        <p:sp>
          <p:nvSpPr>
            <p:cNvPr id="24" name="Dowolny kształt 11"/>
            <p:cNvSpPr/>
            <p:nvPr/>
          </p:nvSpPr>
          <p:spPr>
            <a:xfrm rot="21435600">
              <a:off x="-18720" y="203040"/>
              <a:ext cx="9162720" cy="647280"/>
            </a:xfrm>
            <a:custGeom>
              <a:avLst/>
              <a:gdLst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defTabSz="44928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25" name="Dowolny kształt 12"/>
            <p:cNvSpPr/>
            <p:nvPr/>
          </p:nvSpPr>
          <p:spPr>
            <a:xfrm rot="21435600">
              <a:off x="-14040" y="276120"/>
              <a:ext cx="9175320" cy="528840"/>
            </a:xfrm>
            <a:custGeom>
              <a:avLst/>
              <a:gdLst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defTabSz="44928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629400" y="914400"/>
            <a:ext cx="2057040" cy="5211360"/>
          </a:xfrm>
          <a:prstGeom prst="rect">
            <a:avLst/>
          </a:prstGeom>
          <a:noFill/>
          <a:ln w="0">
            <a:noFill/>
          </a:ln>
        </p:spPr>
        <p:txBody>
          <a:bodyPr vert="eaVert" lIns="0" tIns="45720" rIns="0" bIns="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pl-PL" sz="5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Kliknij, aby edytować styl</a:t>
            </a:r>
            <a:endParaRPr lang="en-GB" sz="5000" b="0" u="none" strike="noStrike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914400"/>
            <a:ext cx="6019560" cy="521136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numCol="1" spcCol="0" anchor="t">
            <a:noAutofit/>
          </a:bodyPr>
          <a:lstStyle/>
          <a:p>
            <a:pPr marL="272880" indent="-272880">
              <a:lnSpc>
                <a:spcPct val="100000"/>
              </a:lnSpc>
              <a:spcBef>
                <a:spcPts val="519"/>
              </a:spcBef>
              <a:buClr>
                <a:srgbClr val="0BD0D9"/>
              </a:buClr>
              <a:buSzPct val="95000"/>
              <a:buFont typeface="Wingdings 2" charset="2"/>
              <a:buChar char=""/>
            </a:pPr>
            <a:r>
              <a:rPr lang="pl-PL" sz="2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style wzorca tekstu</a:t>
            </a:r>
            <a:endParaRPr lang="en-GB" sz="26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639720" lvl="1" indent="-246240">
              <a:lnSpc>
                <a:spcPct val="100000"/>
              </a:lnSpc>
              <a:spcBef>
                <a:spcPts val="479"/>
              </a:spcBef>
              <a:buClr>
                <a:srgbClr val="0F6FC6"/>
              </a:buClr>
              <a:buSzPct val="85000"/>
              <a:buFont typeface="Wingdings 2" charset="2"/>
              <a:buChar char=""/>
            </a:pPr>
            <a:r>
              <a:rPr lang="pl-PL" sz="24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Drugi poziom</a:t>
            </a:r>
            <a:endParaRPr lang="en-GB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914400" lvl="2" indent="-246240">
              <a:lnSpc>
                <a:spcPct val="100000"/>
              </a:lnSpc>
              <a:spcBef>
                <a:spcPts val="420"/>
              </a:spcBef>
              <a:buClr>
                <a:srgbClr val="009DD9"/>
              </a:buClr>
              <a:buSzPct val="70000"/>
              <a:buFont typeface="Wingdings 2" charset="2"/>
              <a:buChar char=""/>
            </a:pPr>
            <a:r>
              <a:rPr lang="pl-PL" sz="21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Trzeci poziom</a:t>
            </a:r>
            <a:endParaRPr lang="en-GB" sz="21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1187280" lvl="3" indent="-209520">
              <a:lnSpc>
                <a:spcPct val="100000"/>
              </a:lnSpc>
              <a:spcBef>
                <a:spcPts val="400"/>
              </a:spcBef>
              <a:buClr>
                <a:srgbClr val="0BD0D9"/>
              </a:buClr>
              <a:buSzPct val="65000"/>
              <a:buFont typeface="Wingdings 2" charset="2"/>
              <a:buChar char=""/>
            </a:pPr>
            <a:r>
              <a:rPr lang="pl-PL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Czwarty poziom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1461960" lvl="4" indent="-209520">
              <a:lnSpc>
                <a:spcPct val="100000"/>
              </a:lnSpc>
              <a:spcBef>
                <a:spcPts val="400"/>
              </a:spcBef>
              <a:buClr>
                <a:srgbClr val="10CF9B"/>
              </a:buClr>
              <a:buSzPct val="65000"/>
              <a:buFont typeface="Wingdings 2" charset="2"/>
              <a:buChar char=""/>
            </a:pPr>
            <a:r>
              <a:rPr lang="pl-PL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Piąty poziom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defTabSz="449280">
              <a:lnSpc>
                <a:spcPct val="100000"/>
              </a:lnSpc>
              <a:buNone/>
              <a:defRPr lang="en-US" sz="1200" b="0" u="none" strike="noStrike">
                <a:solidFill>
                  <a:schemeClr val="dk2">
                    <a:shade val="90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 defTabSz="44928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2">
                    <a:shade val="90000"/>
                  </a:schemeClr>
                </a:solidFill>
                <a:effectLst/>
                <a:uFillTx/>
                <a:latin typeface="Times New Roman"/>
              </a:rPr>
              <a:t>&lt;data/godzina&gt;</a:t>
            </a:r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ftr" idx="8"/>
          </p:nvPr>
        </p:nvSpPr>
        <p:spPr>
          <a:xfrm>
            <a:off x="2666880" y="6356520"/>
            <a:ext cx="335232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ctr">
              <a:buNone/>
              <a:defRPr lang="pl-PL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l-PL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&lt;stopka&gt;</a:t>
            </a:r>
          </a:p>
        </p:txBody>
      </p:sp>
      <p:sp>
        <p:nvSpPr>
          <p:cNvPr id="30" name="PlaceHolder 5"/>
          <p:cNvSpPr>
            <a:spLocks noGrp="1"/>
          </p:cNvSpPr>
          <p:nvPr>
            <p:ph type="sldNum" idx="9"/>
          </p:nvPr>
        </p:nvSpPr>
        <p:spPr>
          <a:xfrm>
            <a:off x="7924680" y="6356520"/>
            <a:ext cx="76176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def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</a:pPr>
            <a:fld id="{1A23EEA0-88F6-43DC-A3FF-4FFBCEA6D917}" type="slidenum">
              <a: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rPr>
              <a:t>‹#›</a:t>
            </a:fld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Układ niestandardowy">
    <p:bg>
      <p:bgPr>
        <a:blipFill rotWithShape="0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Dowolny kształt 6"/>
          <p:cNvSpPr/>
          <p:nvPr/>
        </p:nvSpPr>
        <p:spPr>
          <a:xfrm>
            <a:off x="-9360" y="-7920"/>
            <a:ext cx="9162720" cy="1041120"/>
          </a:xfrm>
          <a:custGeom>
            <a:avLst/>
            <a:gdLst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l" t="t" r="r" b="b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4928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32" name="Dowolny kształt 7"/>
          <p:cNvSpPr/>
          <p:nvPr/>
        </p:nvSpPr>
        <p:spPr>
          <a:xfrm>
            <a:off x="4381560" y="-7920"/>
            <a:ext cx="4762080" cy="637920"/>
          </a:xfrm>
          <a:custGeom>
            <a:avLst/>
            <a:gdLst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l" t="t" r="r" b="b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4928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grpSp>
        <p:nvGrpSpPr>
          <p:cNvPr id="39" name="Grupa 1"/>
          <p:cNvGrpSpPr/>
          <p:nvPr/>
        </p:nvGrpSpPr>
        <p:grpSpPr>
          <a:xfrm>
            <a:off x="-29160" y="-15480"/>
            <a:ext cx="9197640" cy="1084680"/>
            <a:chOff x="-29160" y="-15480"/>
            <a:chExt cx="9197640" cy="1084680"/>
          </a:xfrm>
        </p:grpSpPr>
        <p:sp>
          <p:nvSpPr>
            <p:cNvPr id="34" name="Dowolny kształt 11"/>
            <p:cNvSpPr/>
            <p:nvPr/>
          </p:nvSpPr>
          <p:spPr>
            <a:xfrm rot="21435600">
              <a:off x="-18720" y="203040"/>
              <a:ext cx="9162720" cy="647280"/>
            </a:xfrm>
            <a:custGeom>
              <a:avLst/>
              <a:gdLst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defTabSz="44928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35" name="Dowolny kształt 12"/>
            <p:cNvSpPr/>
            <p:nvPr/>
          </p:nvSpPr>
          <p:spPr>
            <a:xfrm rot="21435600">
              <a:off x="-14040" y="276120"/>
              <a:ext cx="9175320" cy="528840"/>
            </a:xfrm>
            <a:custGeom>
              <a:avLst/>
              <a:gdLst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defTabSz="44928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685800" y="463680"/>
            <a:ext cx="7768800" cy="14317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pl-PL" sz="5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Kliknij, aby edytować styl</a:t>
            </a:r>
            <a:endParaRPr lang="en-GB" sz="5000" b="0" u="none" strike="noStrike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sldNum" idx="11"/>
          </p:nvPr>
        </p:nvSpPr>
        <p:spPr>
          <a:xfrm>
            <a:off x="7924680" y="6356520"/>
            <a:ext cx="76176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def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</a:pPr>
            <a:fld id="{7784EC0C-2D0B-49DB-87EE-E73DC94AA797}" type="slidenum">
              <a: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rPr>
              <a:t>‹#›</a:t>
            </a:fld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format tekstu konspektu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1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Drugi poziom konspektu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Trzeci poziom konspektu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Czwarty poziom konspektu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Piąty poziom konspektu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Szósty poziom konspektu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Siódmy poziom konspektu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Układ niestandardowy">
    <p:bg>
      <p:bgPr>
        <a:blipFill rotWithShape="0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Dowolny kształt 6"/>
          <p:cNvSpPr/>
          <p:nvPr/>
        </p:nvSpPr>
        <p:spPr>
          <a:xfrm>
            <a:off x="-9360" y="-7920"/>
            <a:ext cx="9162720" cy="1041120"/>
          </a:xfrm>
          <a:custGeom>
            <a:avLst/>
            <a:gdLst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l" t="t" r="r" b="b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4928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32" name="Dowolny kształt 7"/>
          <p:cNvSpPr/>
          <p:nvPr/>
        </p:nvSpPr>
        <p:spPr>
          <a:xfrm>
            <a:off x="4381560" y="-7920"/>
            <a:ext cx="4762080" cy="637920"/>
          </a:xfrm>
          <a:custGeom>
            <a:avLst/>
            <a:gdLst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l" t="t" r="r" b="b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4928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grpSp>
        <p:nvGrpSpPr>
          <p:cNvPr id="33" name="Grupa 1"/>
          <p:cNvGrpSpPr/>
          <p:nvPr/>
        </p:nvGrpSpPr>
        <p:grpSpPr>
          <a:xfrm>
            <a:off x="-29160" y="-15480"/>
            <a:ext cx="9197640" cy="1084680"/>
            <a:chOff x="-29160" y="-15480"/>
            <a:chExt cx="9197640" cy="1084680"/>
          </a:xfrm>
        </p:grpSpPr>
        <p:sp>
          <p:nvSpPr>
            <p:cNvPr id="34" name="Dowolny kształt 11"/>
            <p:cNvSpPr/>
            <p:nvPr/>
          </p:nvSpPr>
          <p:spPr>
            <a:xfrm rot="21435600">
              <a:off x="-18720" y="203040"/>
              <a:ext cx="9162720" cy="647280"/>
            </a:xfrm>
            <a:custGeom>
              <a:avLst/>
              <a:gdLst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defTabSz="44928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35" name="Dowolny kształt 12"/>
            <p:cNvSpPr/>
            <p:nvPr/>
          </p:nvSpPr>
          <p:spPr>
            <a:xfrm rot="21435600">
              <a:off x="-14040" y="276120"/>
              <a:ext cx="9175320" cy="528840"/>
            </a:xfrm>
            <a:custGeom>
              <a:avLst/>
              <a:gdLst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defTabSz="44928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685800" y="463680"/>
            <a:ext cx="7768800" cy="14317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pl-PL" sz="5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Kliknij, aby edytować styl</a:t>
            </a:r>
            <a:endParaRPr lang="en-GB" sz="5000" b="0" u="none" strike="noStrike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sldNum" idx="10"/>
          </p:nvPr>
        </p:nvSpPr>
        <p:spPr>
          <a:xfrm>
            <a:off x="7924680" y="6356520"/>
            <a:ext cx="76176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def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</a:pPr>
            <a:fld id="{7FE21DA3-937B-41BE-AD16-1ACEB5D57B79}" type="slidenum">
              <a: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rPr>
              <a:t>‹#›</a:t>
            </a:fld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format tekstu konspektu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1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Drugi poziom konspektu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Trzeci poziom konspektu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Czwarty poziom konspektu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Piąty poziom konspektu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Szósty poziom konspektu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Siódmy poziom konspektu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bg>
      <p:bgPr>
        <a:blipFill rotWithShape="0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Dowolny kształt 6"/>
          <p:cNvSpPr/>
          <p:nvPr/>
        </p:nvSpPr>
        <p:spPr>
          <a:xfrm>
            <a:off x="-9360" y="-7920"/>
            <a:ext cx="9162720" cy="1041120"/>
          </a:xfrm>
          <a:custGeom>
            <a:avLst/>
            <a:gdLst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l" t="t" r="r" b="b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4928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44" name="Dowolny kształt 7"/>
          <p:cNvSpPr/>
          <p:nvPr/>
        </p:nvSpPr>
        <p:spPr>
          <a:xfrm>
            <a:off x="4381560" y="-7920"/>
            <a:ext cx="4762080" cy="637920"/>
          </a:xfrm>
          <a:custGeom>
            <a:avLst/>
            <a:gdLst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l" t="t" r="r" b="b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4928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grpSp>
        <p:nvGrpSpPr>
          <p:cNvPr id="45" name="Grupa 1"/>
          <p:cNvGrpSpPr/>
          <p:nvPr/>
        </p:nvGrpSpPr>
        <p:grpSpPr>
          <a:xfrm>
            <a:off x="-29160" y="-15480"/>
            <a:ext cx="9197640" cy="1084680"/>
            <a:chOff x="-29160" y="-15480"/>
            <a:chExt cx="9197640" cy="1084680"/>
          </a:xfrm>
        </p:grpSpPr>
        <p:sp>
          <p:nvSpPr>
            <p:cNvPr id="46" name="Dowolny kształt 11"/>
            <p:cNvSpPr/>
            <p:nvPr/>
          </p:nvSpPr>
          <p:spPr>
            <a:xfrm rot="21435600">
              <a:off x="-18720" y="203040"/>
              <a:ext cx="9162720" cy="647280"/>
            </a:xfrm>
            <a:custGeom>
              <a:avLst/>
              <a:gdLst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defTabSz="44928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47" name="Dowolny kształt 12"/>
            <p:cNvSpPr/>
            <p:nvPr/>
          </p:nvSpPr>
          <p:spPr>
            <a:xfrm rot="21435600">
              <a:off x="-14040" y="276120"/>
              <a:ext cx="9175320" cy="528840"/>
            </a:xfrm>
            <a:custGeom>
              <a:avLst/>
              <a:gdLst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defTabSz="44928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7048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pl-PL" sz="5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Kliknij, aby edytować styl</a:t>
            </a:r>
            <a:endParaRPr lang="en-GB" sz="5000" b="0" u="none" strike="noStrike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body"/>
          </p:nvPr>
        </p:nvSpPr>
        <p:spPr>
          <a:xfrm>
            <a:off x="457200" y="1935000"/>
            <a:ext cx="8229240" cy="438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272880" indent="-272880">
              <a:lnSpc>
                <a:spcPct val="100000"/>
              </a:lnSpc>
              <a:spcBef>
                <a:spcPts val="519"/>
              </a:spcBef>
              <a:buClr>
                <a:srgbClr val="0BD0D9"/>
              </a:buClr>
              <a:buSzPct val="95000"/>
              <a:buFont typeface="Wingdings 2" charset="2"/>
              <a:buChar char=""/>
            </a:pPr>
            <a:r>
              <a:rPr lang="pl-PL" sz="2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style wzorca tekstu</a:t>
            </a:r>
            <a:endParaRPr lang="en-GB" sz="26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639720" lvl="1" indent="-246240">
              <a:lnSpc>
                <a:spcPct val="100000"/>
              </a:lnSpc>
              <a:spcBef>
                <a:spcPts val="479"/>
              </a:spcBef>
              <a:buClr>
                <a:srgbClr val="0F6FC6"/>
              </a:buClr>
              <a:buSzPct val="85000"/>
              <a:buFont typeface="Wingdings 2" charset="2"/>
              <a:buChar char=""/>
            </a:pPr>
            <a:r>
              <a:rPr lang="pl-PL" sz="24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Drugi poziom</a:t>
            </a:r>
            <a:endParaRPr lang="en-GB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914400" lvl="2" indent="-246240">
              <a:lnSpc>
                <a:spcPct val="100000"/>
              </a:lnSpc>
              <a:spcBef>
                <a:spcPts val="420"/>
              </a:spcBef>
              <a:buClr>
                <a:srgbClr val="009DD9"/>
              </a:buClr>
              <a:buSzPct val="70000"/>
              <a:buFont typeface="Wingdings 2" charset="2"/>
              <a:buChar char=""/>
            </a:pPr>
            <a:r>
              <a:rPr lang="pl-PL" sz="21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Trzeci poziom</a:t>
            </a:r>
            <a:endParaRPr lang="en-GB" sz="21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1187280" lvl="3" indent="-209520">
              <a:lnSpc>
                <a:spcPct val="100000"/>
              </a:lnSpc>
              <a:spcBef>
                <a:spcPts val="400"/>
              </a:spcBef>
              <a:buClr>
                <a:srgbClr val="0BD0D9"/>
              </a:buClr>
              <a:buSzPct val="65000"/>
              <a:buFont typeface="Wingdings 2" charset="2"/>
              <a:buChar char=""/>
            </a:pPr>
            <a:r>
              <a:rPr lang="pl-PL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Czwarty poziom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1461960" lvl="4" indent="-209520">
              <a:lnSpc>
                <a:spcPct val="100000"/>
              </a:lnSpc>
              <a:spcBef>
                <a:spcPts val="400"/>
              </a:spcBef>
              <a:buClr>
                <a:srgbClr val="10CF9B"/>
              </a:buClr>
              <a:buSzPct val="65000"/>
              <a:buFont typeface="Wingdings 2" charset="2"/>
              <a:buChar char=""/>
            </a:pPr>
            <a:r>
              <a:rPr lang="pl-PL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Piąty poziom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dt" idx="1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defTabSz="449280">
              <a:lnSpc>
                <a:spcPct val="100000"/>
              </a:lnSpc>
              <a:buNone/>
              <a:defRPr lang="en-US" sz="1200" b="0" u="none" strike="noStrike">
                <a:solidFill>
                  <a:schemeClr val="dk2">
                    <a:shade val="90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 defTabSz="44928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2">
                    <a:shade val="90000"/>
                  </a:schemeClr>
                </a:solidFill>
                <a:effectLst/>
                <a:uFillTx/>
                <a:latin typeface="Times New Roman"/>
              </a:rPr>
              <a:t>&lt;data/godzina&gt;</a:t>
            </a:r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4"/>
          <p:cNvSpPr>
            <a:spLocks noGrp="1"/>
          </p:cNvSpPr>
          <p:nvPr>
            <p:ph type="ftr" idx="13"/>
          </p:nvPr>
        </p:nvSpPr>
        <p:spPr>
          <a:xfrm>
            <a:off x="2666880" y="6356520"/>
            <a:ext cx="335232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ctr">
              <a:buNone/>
              <a:defRPr lang="pl-PL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l-PL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&lt;stopka&gt;</a:t>
            </a:r>
          </a:p>
        </p:txBody>
      </p:sp>
      <p:sp>
        <p:nvSpPr>
          <p:cNvPr id="52" name="PlaceHolder 5"/>
          <p:cNvSpPr>
            <a:spLocks noGrp="1"/>
          </p:cNvSpPr>
          <p:nvPr>
            <p:ph type="sldNum" idx="14"/>
          </p:nvPr>
        </p:nvSpPr>
        <p:spPr>
          <a:xfrm>
            <a:off x="7924680" y="6356520"/>
            <a:ext cx="76176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def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</a:pPr>
            <a:fld id="{F7A08A71-4EEB-47DF-A98B-C09112C0F1ED}" type="slidenum">
              <a: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rPr>
              <a:t>‹#›</a:t>
            </a:fld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bg>
      <p:bgPr>
        <a:blipFill rotWithShape="0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Dowolny kształt 6"/>
          <p:cNvSpPr/>
          <p:nvPr/>
        </p:nvSpPr>
        <p:spPr>
          <a:xfrm>
            <a:off x="-9360" y="-7920"/>
            <a:ext cx="9162720" cy="1041120"/>
          </a:xfrm>
          <a:custGeom>
            <a:avLst/>
            <a:gdLst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l" t="t" r="r" b="b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4928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64" name="Dowolny kształt 7"/>
          <p:cNvSpPr/>
          <p:nvPr/>
        </p:nvSpPr>
        <p:spPr>
          <a:xfrm>
            <a:off x="4381560" y="-7920"/>
            <a:ext cx="4762080" cy="637920"/>
          </a:xfrm>
          <a:custGeom>
            <a:avLst/>
            <a:gdLst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l" t="t" r="r" b="b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4928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grpSp>
        <p:nvGrpSpPr>
          <p:cNvPr id="65" name="Grupa 1"/>
          <p:cNvGrpSpPr/>
          <p:nvPr/>
        </p:nvGrpSpPr>
        <p:grpSpPr>
          <a:xfrm>
            <a:off x="-29160" y="-15480"/>
            <a:ext cx="9197640" cy="1084680"/>
            <a:chOff x="-29160" y="-15480"/>
            <a:chExt cx="9197640" cy="1084680"/>
          </a:xfrm>
        </p:grpSpPr>
        <p:sp>
          <p:nvSpPr>
            <p:cNvPr id="66" name="Dowolny kształt 11"/>
            <p:cNvSpPr/>
            <p:nvPr/>
          </p:nvSpPr>
          <p:spPr>
            <a:xfrm rot="21435600">
              <a:off x="-18720" y="203040"/>
              <a:ext cx="9162720" cy="647280"/>
            </a:xfrm>
            <a:custGeom>
              <a:avLst/>
              <a:gdLst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defTabSz="44928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67" name="Dowolny kształt 12"/>
            <p:cNvSpPr/>
            <p:nvPr/>
          </p:nvSpPr>
          <p:spPr>
            <a:xfrm rot="21435600">
              <a:off x="-14040" y="276120"/>
              <a:ext cx="9175320" cy="528840"/>
            </a:xfrm>
            <a:custGeom>
              <a:avLst/>
              <a:gdLst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defTabSz="44928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457200" y="70416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pl-PL" sz="5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Kliknij, aby edytować styl</a:t>
            </a:r>
            <a:endParaRPr lang="en-GB" sz="5000" b="0" u="none" strike="noStrike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 type="body"/>
          </p:nvPr>
        </p:nvSpPr>
        <p:spPr>
          <a:xfrm>
            <a:off x="457200" y="1920240"/>
            <a:ext cx="4038120" cy="4434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272880" indent="-272880">
              <a:lnSpc>
                <a:spcPct val="100000"/>
              </a:lnSpc>
              <a:spcBef>
                <a:spcPts val="519"/>
              </a:spcBef>
              <a:buClr>
                <a:srgbClr val="0BD0D9"/>
              </a:buClr>
              <a:buSzPct val="95000"/>
              <a:buFont typeface="Wingdings 2" charset="2"/>
              <a:buChar char=""/>
            </a:pPr>
            <a:r>
              <a:rPr lang="pl-PL" sz="2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style wzorca tekstu</a:t>
            </a:r>
            <a:endParaRPr lang="en-GB" sz="26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639720" lvl="1" indent="-246240">
              <a:lnSpc>
                <a:spcPct val="100000"/>
              </a:lnSpc>
              <a:spcBef>
                <a:spcPts val="479"/>
              </a:spcBef>
              <a:buClr>
                <a:srgbClr val="0F6FC6"/>
              </a:buClr>
              <a:buSzPct val="85000"/>
              <a:buFont typeface="Wingdings 2" charset="2"/>
              <a:buChar char=""/>
            </a:pPr>
            <a:r>
              <a:rPr lang="pl-PL" sz="24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Drugi poziom</a:t>
            </a:r>
            <a:endParaRPr lang="en-GB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914400" lvl="2" indent="-246240">
              <a:lnSpc>
                <a:spcPct val="100000"/>
              </a:lnSpc>
              <a:spcBef>
                <a:spcPts val="400"/>
              </a:spcBef>
              <a:buClr>
                <a:srgbClr val="009DD9"/>
              </a:buClr>
              <a:buSzPct val="70000"/>
              <a:buFont typeface="Wingdings 2" charset="2"/>
              <a:buChar char=""/>
            </a:pPr>
            <a:r>
              <a:rPr lang="pl-PL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Trzeci poziom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1187280" lvl="3" indent="-209520">
              <a:lnSpc>
                <a:spcPct val="100000"/>
              </a:lnSpc>
              <a:spcBef>
                <a:spcPts val="360"/>
              </a:spcBef>
              <a:buClr>
                <a:srgbClr val="0BD0D9"/>
              </a:buClr>
              <a:buSzPct val="65000"/>
              <a:buFont typeface="Wingdings 2" charset="2"/>
              <a:buChar char=""/>
            </a:pPr>
            <a:r>
              <a:rPr lang="pl-PL" sz="18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Czwarty poziom</a:t>
            </a:r>
            <a:endParaRPr lang="en-GB" sz="18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1461960" lvl="4" indent="-209520">
              <a:lnSpc>
                <a:spcPct val="100000"/>
              </a:lnSpc>
              <a:spcBef>
                <a:spcPts val="360"/>
              </a:spcBef>
              <a:buClr>
                <a:srgbClr val="10CF9B"/>
              </a:buClr>
              <a:buSzPct val="65000"/>
              <a:buFont typeface="Wingdings 2" charset="2"/>
              <a:buChar char=""/>
            </a:pPr>
            <a:r>
              <a:rPr lang="pl-PL" sz="18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Piąty poziom</a:t>
            </a:r>
            <a:endParaRPr lang="en-GB" sz="18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 type="body"/>
          </p:nvPr>
        </p:nvSpPr>
        <p:spPr>
          <a:xfrm>
            <a:off x="4648320" y="1920240"/>
            <a:ext cx="4038120" cy="4434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272880" indent="-272880">
              <a:lnSpc>
                <a:spcPct val="100000"/>
              </a:lnSpc>
              <a:spcBef>
                <a:spcPts val="519"/>
              </a:spcBef>
              <a:buClr>
                <a:srgbClr val="0BD0D9"/>
              </a:buClr>
              <a:buSzPct val="95000"/>
              <a:buFont typeface="Wingdings 2" charset="2"/>
              <a:buChar char=""/>
            </a:pPr>
            <a:r>
              <a:rPr lang="pl-PL" sz="2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style wzorca tekstu</a:t>
            </a:r>
            <a:endParaRPr lang="en-GB" sz="26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639720" lvl="1" indent="-246240">
              <a:lnSpc>
                <a:spcPct val="100000"/>
              </a:lnSpc>
              <a:spcBef>
                <a:spcPts val="479"/>
              </a:spcBef>
              <a:buClr>
                <a:srgbClr val="0F6FC6"/>
              </a:buClr>
              <a:buSzPct val="85000"/>
              <a:buFont typeface="Wingdings 2" charset="2"/>
              <a:buChar char=""/>
            </a:pPr>
            <a:r>
              <a:rPr lang="pl-PL" sz="24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Drugi poziom</a:t>
            </a:r>
            <a:endParaRPr lang="en-GB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914400" lvl="2" indent="-246240">
              <a:lnSpc>
                <a:spcPct val="100000"/>
              </a:lnSpc>
              <a:spcBef>
                <a:spcPts val="400"/>
              </a:spcBef>
              <a:buClr>
                <a:srgbClr val="009DD9"/>
              </a:buClr>
              <a:buSzPct val="70000"/>
              <a:buFont typeface="Wingdings 2" charset="2"/>
              <a:buChar char=""/>
            </a:pPr>
            <a:r>
              <a:rPr lang="pl-PL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Trzeci poziom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1187280" lvl="3" indent="-209520">
              <a:lnSpc>
                <a:spcPct val="100000"/>
              </a:lnSpc>
              <a:spcBef>
                <a:spcPts val="360"/>
              </a:spcBef>
              <a:buClr>
                <a:srgbClr val="0BD0D9"/>
              </a:buClr>
              <a:buSzPct val="65000"/>
              <a:buFont typeface="Wingdings 2" charset="2"/>
              <a:buChar char=""/>
            </a:pPr>
            <a:r>
              <a:rPr lang="pl-PL" sz="18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Czwarty poziom</a:t>
            </a:r>
            <a:endParaRPr lang="en-GB" sz="18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1461960" lvl="4" indent="-209520">
              <a:lnSpc>
                <a:spcPct val="100000"/>
              </a:lnSpc>
              <a:spcBef>
                <a:spcPts val="360"/>
              </a:spcBef>
              <a:buClr>
                <a:srgbClr val="10CF9B"/>
              </a:buClr>
              <a:buSzPct val="65000"/>
              <a:buFont typeface="Wingdings 2" charset="2"/>
              <a:buChar char=""/>
            </a:pPr>
            <a:r>
              <a:rPr lang="pl-PL" sz="18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Piąty poziom</a:t>
            </a:r>
            <a:endParaRPr lang="en-GB" sz="18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71" name="PlaceHolder 4"/>
          <p:cNvSpPr>
            <a:spLocks noGrp="1"/>
          </p:cNvSpPr>
          <p:nvPr>
            <p:ph type="dt" idx="1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defTabSz="449280">
              <a:lnSpc>
                <a:spcPct val="100000"/>
              </a:lnSpc>
              <a:buNone/>
              <a:defRPr lang="en-US" sz="1200" b="0" u="none" strike="noStrike">
                <a:solidFill>
                  <a:schemeClr val="dk2">
                    <a:shade val="90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 defTabSz="44928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2">
                    <a:shade val="90000"/>
                  </a:schemeClr>
                </a:solidFill>
                <a:effectLst/>
                <a:uFillTx/>
                <a:latin typeface="Times New Roman"/>
              </a:rPr>
              <a:t>&lt;data/godzina&gt;</a:t>
            </a:r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" name="PlaceHolder 5"/>
          <p:cNvSpPr>
            <a:spLocks noGrp="1"/>
          </p:cNvSpPr>
          <p:nvPr>
            <p:ph type="ftr" idx="19"/>
          </p:nvPr>
        </p:nvSpPr>
        <p:spPr>
          <a:xfrm>
            <a:off x="2666880" y="6356520"/>
            <a:ext cx="335232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ctr">
              <a:buNone/>
              <a:defRPr lang="pl-PL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l-PL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&lt;stopka&gt;</a:t>
            </a:r>
          </a:p>
        </p:txBody>
      </p:sp>
      <p:sp>
        <p:nvSpPr>
          <p:cNvPr id="73" name="PlaceHolder 6"/>
          <p:cNvSpPr>
            <a:spLocks noGrp="1"/>
          </p:cNvSpPr>
          <p:nvPr>
            <p:ph type="sldNum" idx="20"/>
          </p:nvPr>
        </p:nvSpPr>
        <p:spPr>
          <a:xfrm>
            <a:off x="7924680" y="6356520"/>
            <a:ext cx="76176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def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</a:pPr>
            <a:fld id="{6BA90578-8217-4907-955E-F141CBA2E685}" type="slidenum">
              <a: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rPr>
              <a:t>‹#›</a:t>
            </a:fld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orównanie">
    <p:bg>
      <p:bgPr>
        <a:blipFill rotWithShape="0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Dowolny kształt 6"/>
          <p:cNvSpPr/>
          <p:nvPr/>
        </p:nvSpPr>
        <p:spPr>
          <a:xfrm>
            <a:off x="-9360" y="-7920"/>
            <a:ext cx="9162720" cy="1041120"/>
          </a:xfrm>
          <a:custGeom>
            <a:avLst/>
            <a:gdLst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l" t="t" r="r" b="b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4928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75" name="Dowolny kształt 7"/>
          <p:cNvSpPr/>
          <p:nvPr/>
        </p:nvSpPr>
        <p:spPr>
          <a:xfrm>
            <a:off x="4381560" y="-7920"/>
            <a:ext cx="4762080" cy="637920"/>
          </a:xfrm>
          <a:custGeom>
            <a:avLst/>
            <a:gdLst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l" t="t" r="r" b="b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4928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grpSp>
        <p:nvGrpSpPr>
          <p:cNvPr id="76" name="Grupa 1"/>
          <p:cNvGrpSpPr/>
          <p:nvPr/>
        </p:nvGrpSpPr>
        <p:grpSpPr>
          <a:xfrm>
            <a:off x="-29160" y="-15480"/>
            <a:ext cx="9197640" cy="1084680"/>
            <a:chOff x="-29160" y="-15480"/>
            <a:chExt cx="9197640" cy="1084680"/>
          </a:xfrm>
        </p:grpSpPr>
        <p:sp>
          <p:nvSpPr>
            <p:cNvPr id="77" name="Dowolny kształt 11"/>
            <p:cNvSpPr/>
            <p:nvPr/>
          </p:nvSpPr>
          <p:spPr>
            <a:xfrm rot="21435600">
              <a:off x="-18720" y="203040"/>
              <a:ext cx="9162720" cy="647280"/>
            </a:xfrm>
            <a:custGeom>
              <a:avLst/>
              <a:gdLst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defTabSz="44928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78" name="Dowolny kształt 12"/>
            <p:cNvSpPr/>
            <p:nvPr/>
          </p:nvSpPr>
          <p:spPr>
            <a:xfrm rot="21435600">
              <a:off x="-14040" y="276120"/>
              <a:ext cx="9175320" cy="528840"/>
            </a:xfrm>
            <a:custGeom>
              <a:avLst/>
              <a:gdLst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defTabSz="44928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457200" y="70416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pl-PL" sz="5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Kliknij, aby edytować styl</a:t>
            </a:r>
            <a:endParaRPr lang="en-GB" sz="5000" b="0" u="none" strike="noStrike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 type="body"/>
          </p:nvPr>
        </p:nvSpPr>
        <p:spPr>
          <a:xfrm>
            <a:off x="457200" y="1855080"/>
            <a:ext cx="4039920" cy="659160"/>
          </a:xfrm>
          <a:prstGeom prst="rect">
            <a:avLst/>
          </a:prstGeom>
          <a:noFill/>
          <a:ln w="0">
            <a:noFill/>
          </a:ln>
        </p:spPr>
        <p:txBody>
          <a:bodyPr lIns="45720" tIns="0" rIns="45720" bIns="0" numCol="1" spcCol="0" anchor="ctr">
            <a:noAutofit/>
          </a:bodyPr>
          <a:lstStyle/>
          <a:p>
            <a:pPr indent="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pl-PL" sz="2400" b="1" u="none" strike="noStrike">
                <a:solidFill>
                  <a:schemeClr val="dk2"/>
                </a:solidFill>
                <a:effectLst/>
                <a:uFillTx/>
                <a:latin typeface="Constantia"/>
              </a:rPr>
              <a:t>Kliknij, aby edytować style wzorca tekstu</a:t>
            </a:r>
            <a:endParaRPr lang="en-GB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81" name="PlaceHolder 3"/>
          <p:cNvSpPr>
            <a:spLocks noGrp="1"/>
          </p:cNvSpPr>
          <p:nvPr>
            <p:ph type="body"/>
          </p:nvPr>
        </p:nvSpPr>
        <p:spPr>
          <a:xfrm>
            <a:off x="4645080" y="1859760"/>
            <a:ext cx="4041360" cy="654480"/>
          </a:xfrm>
          <a:prstGeom prst="rect">
            <a:avLst/>
          </a:prstGeom>
          <a:noFill/>
          <a:ln w="0">
            <a:noFill/>
          </a:ln>
        </p:spPr>
        <p:txBody>
          <a:bodyPr lIns="45720" tIns="0" rIns="45720" bIns="0" numCol="1" spcCol="0" anchor="ctr">
            <a:noAutofit/>
          </a:bodyPr>
          <a:lstStyle/>
          <a:p>
            <a:pPr indent="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pl-PL" sz="2400" b="1" u="none" strike="noStrike">
                <a:solidFill>
                  <a:schemeClr val="dk2"/>
                </a:solidFill>
                <a:effectLst/>
                <a:uFillTx/>
                <a:latin typeface="Constantia"/>
              </a:rPr>
              <a:t>Kliknij, aby edytować style wzorca tekstu</a:t>
            </a:r>
            <a:endParaRPr lang="en-GB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82" name="PlaceHolder 4"/>
          <p:cNvSpPr>
            <a:spLocks noGrp="1"/>
          </p:cNvSpPr>
          <p:nvPr>
            <p:ph type="body"/>
          </p:nvPr>
        </p:nvSpPr>
        <p:spPr>
          <a:xfrm>
            <a:off x="457200" y="2514600"/>
            <a:ext cx="4039920" cy="3845520"/>
          </a:xfrm>
          <a:prstGeom prst="rect">
            <a:avLst/>
          </a:prstGeom>
          <a:noFill/>
          <a:ln w="0">
            <a:noFill/>
          </a:ln>
        </p:spPr>
        <p:txBody>
          <a:bodyPr lIns="91440" tIns="0" rIns="91440" bIns="45720" numCol="1" spcCol="0" anchor="t">
            <a:noAutofit/>
          </a:bodyPr>
          <a:lstStyle/>
          <a:p>
            <a:pPr marL="272880" indent="-272880">
              <a:lnSpc>
                <a:spcPct val="100000"/>
              </a:lnSpc>
              <a:spcBef>
                <a:spcPts val="439"/>
              </a:spcBef>
              <a:buClr>
                <a:srgbClr val="0BD0D9"/>
              </a:buClr>
              <a:buSzPct val="95000"/>
              <a:buFont typeface="Wingdings 2" charset="2"/>
              <a:buChar char=""/>
            </a:pPr>
            <a:r>
              <a:rPr lang="pl-PL" sz="22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style wzorca tekstu</a:t>
            </a:r>
            <a:endParaRPr lang="en-GB" sz="22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639720" lvl="1" indent="-246240">
              <a:lnSpc>
                <a:spcPct val="100000"/>
              </a:lnSpc>
              <a:spcBef>
                <a:spcPts val="400"/>
              </a:spcBef>
              <a:buClr>
                <a:srgbClr val="0F6FC6"/>
              </a:buClr>
              <a:buSzPct val="85000"/>
              <a:buFont typeface="Wingdings 2" charset="2"/>
              <a:buChar char=""/>
            </a:pPr>
            <a:r>
              <a:rPr lang="pl-PL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Drugi poziom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914400" lvl="2" indent="-246240">
              <a:lnSpc>
                <a:spcPct val="100000"/>
              </a:lnSpc>
              <a:spcBef>
                <a:spcPts val="360"/>
              </a:spcBef>
              <a:buClr>
                <a:srgbClr val="009DD9"/>
              </a:buClr>
              <a:buSzPct val="70000"/>
              <a:buFont typeface="Wingdings 2" charset="2"/>
              <a:buChar char=""/>
            </a:pPr>
            <a:r>
              <a:rPr lang="pl-PL" sz="18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Trzeci poziom</a:t>
            </a:r>
            <a:endParaRPr lang="en-GB" sz="18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1187280" lvl="3" indent="-209520">
              <a:lnSpc>
                <a:spcPct val="100000"/>
              </a:lnSpc>
              <a:spcBef>
                <a:spcPts val="320"/>
              </a:spcBef>
              <a:buClr>
                <a:srgbClr val="0BD0D9"/>
              </a:buClr>
              <a:buSzPct val="65000"/>
              <a:buFont typeface="Wingdings 2" charset="2"/>
              <a:buChar char=""/>
            </a:pPr>
            <a:r>
              <a:rPr lang="pl-PL" sz="1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Czwarty poziom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1461960" lvl="4" indent="-209520">
              <a:lnSpc>
                <a:spcPct val="100000"/>
              </a:lnSpc>
              <a:spcBef>
                <a:spcPts val="320"/>
              </a:spcBef>
              <a:buClr>
                <a:srgbClr val="10CF9B"/>
              </a:buClr>
              <a:buSzPct val="65000"/>
              <a:buFont typeface="Wingdings 2" charset="2"/>
              <a:buChar char=""/>
            </a:pPr>
            <a:r>
              <a:rPr lang="pl-PL" sz="1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Piąty poziom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83" name="PlaceHolder 5"/>
          <p:cNvSpPr>
            <a:spLocks noGrp="1"/>
          </p:cNvSpPr>
          <p:nvPr>
            <p:ph type="body"/>
          </p:nvPr>
        </p:nvSpPr>
        <p:spPr>
          <a:xfrm>
            <a:off x="4645080" y="2514600"/>
            <a:ext cx="4041360" cy="3845520"/>
          </a:xfrm>
          <a:prstGeom prst="rect">
            <a:avLst/>
          </a:prstGeom>
          <a:noFill/>
          <a:ln w="0">
            <a:noFill/>
          </a:ln>
        </p:spPr>
        <p:txBody>
          <a:bodyPr lIns="91440" tIns="0" rIns="91440" bIns="45720" numCol="1" spcCol="0" anchor="t">
            <a:noAutofit/>
          </a:bodyPr>
          <a:lstStyle/>
          <a:p>
            <a:pPr marL="272880" indent="-272880">
              <a:lnSpc>
                <a:spcPct val="100000"/>
              </a:lnSpc>
              <a:spcBef>
                <a:spcPts val="439"/>
              </a:spcBef>
              <a:buClr>
                <a:srgbClr val="0BD0D9"/>
              </a:buClr>
              <a:buSzPct val="95000"/>
              <a:buFont typeface="Wingdings 2" charset="2"/>
              <a:buChar char=""/>
            </a:pPr>
            <a:r>
              <a:rPr lang="pl-PL" sz="22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style wzorca tekstu</a:t>
            </a:r>
            <a:endParaRPr lang="en-GB" sz="22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639720" lvl="1" indent="-246240">
              <a:lnSpc>
                <a:spcPct val="100000"/>
              </a:lnSpc>
              <a:spcBef>
                <a:spcPts val="400"/>
              </a:spcBef>
              <a:buClr>
                <a:srgbClr val="0F6FC6"/>
              </a:buClr>
              <a:buSzPct val="85000"/>
              <a:buFont typeface="Wingdings 2" charset="2"/>
              <a:buChar char=""/>
            </a:pPr>
            <a:r>
              <a:rPr lang="pl-PL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Drugi poziom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914400" lvl="2" indent="-246240">
              <a:lnSpc>
                <a:spcPct val="100000"/>
              </a:lnSpc>
              <a:spcBef>
                <a:spcPts val="360"/>
              </a:spcBef>
              <a:buClr>
                <a:srgbClr val="009DD9"/>
              </a:buClr>
              <a:buSzPct val="70000"/>
              <a:buFont typeface="Wingdings 2" charset="2"/>
              <a:buChar char=""/>
            </a:pPr>
            <a:r>
              <a:rPr lang="pl-PL" sz="18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Trzeci poziom</a:t>
            </a:r>
            <a:endParaRPr lang="en-GB" sz="18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1187280" lvl="3" indent="-209520">
              <a:lnSpc>
                <a:spcPct val="100000"/>
              </a:lnSpc>
              <a:spcBef>
                <a:spcPts val="320"/>
              </a:spcBef>
              <a:buClr>
                <a:srgbClr val="0BD0D9"/>
              </a:buClr>
              <a:buSzPct val="65000"/>
              <a:buFont typeface="Wingdings 2" charset="2"/>
              <a:buChar char=""/>
            </a:pPr>
            <a:r>
              <a:rPr lang="pl-PL" sz="1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Czwarty poziom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1461960" lvl="4" indent="-209520">
              <a:lnSpc>
                <a:spcPct val="100000"/>
              </a:lnSpc>
              <a:spcBef>
                <a:spcPts val="320"/>
              </a:spcBef>
              <a:buClr>
                <a:srgbClr val="10CF9B"/>
              </a:buClr>
              <a:buSzPct val="65000"/>
              <a:buFont typeface="Wingdings 2" charset="2"/>
              <a:buChar char=""/>
            </a:pPr>
            <a:r>
              <a:rPr lang="pl-PL" sz="1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Piąty poziom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84" name="PlaceHolder 6"/>
          <p:cNvSpPr>
            <a:spLocks noGrp="1"/>
          </p:cNvSpPr>
          <p:nvPr>
            <p:ph type="dt" idx="2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defTabSz="449280">
              <a:lnSpc>
                <a:spcPct val="100000"/>
              </a:lnSpc>
              <a:buNone/>
              <a:defRPr lang="en-US" sz="1200" b="0" u="none" strike="noStrike">
                <a:solidFill>
                  <a:schemeClr val="dk2">
                    <a:shade val="90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 defTabSz="44928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2">
                    <a:shade val="90000"/>
                  </a:schemeClr>
                </a:solidFill>
                <a:effectLst/>
                <a:uFillTx/>
                <a:latin typeface="Times New Roman"/>
              </a:rPr>
              <a:t>&lt;data/godzina&gt;</a:t>
            </a:r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" name="PlaceHolder 7"/>
          <p:cNvSpPr>
            <a:spLocks noGrp="1"/>
          </p:cNvSpPr>
          <p:nvPr>
            <p:ph type="ftr" idx="22"/>
          </p:nvPr>
        </p:nvSpPr>
        <p:spPr>
          <a:xfrm>
            <a:off x="2666880" y="6356520"/>
            <a:ext cx="335232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ctr">
              <a:buNone/>
              <a:defRPr lang="pl-PL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l-PL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&lt;stopka&gt;</a:t>
            </a:r>
          </a:p>
        </p:txBody>
      </p:sp>
      <p:sp>
        <p:nvSpPr>
          <p:cNvPr id="86" name="PlaceHolder 8"/>
          <p:cNvSpPr>
            <a:spLocks noGrp="1"/>
          </p:cNvSpPr>
          <p:nvPr>
            <p:ph type="sldNum" idx="23"/>
          </p:nvPr>
        </p:nvSpPr>
        <p:spPr>
          <a:xfrm>
            <a:off x="7924680" y="6356520"/>
            <a:ext cx="76176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def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</a:pPr>
            <a:fld id="{EBFE25F4-999C-42A8-8E26-0D74C4C043D3}" type="slidenum">
              <a: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rPr>
              <a:t>‹#›</a:t>
            </a:fld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bg>
      <p:bgPr>
        <a:blipFill rotWithShape="0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Dowolny kształt 6"/>
          <p:cNvSpPr/>
          <p:nvPr/>
        </p:nvSpPr>
        <p:spPr>
          <a:xfrm>
            <a:off x="-9360" y="-7920"/>
            <a:ext cx="9162720" cy="1041120"/>
          </a:xfrm>
          <a:custGeom>
            <a:avLst/>
            <a:gdLst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l" t="t" r="r" b="b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4928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88" name="Dowolny kształt 7"/>
          <p:cNvSpPr/>
          <p:nvPr/>
        </p:nvSpPr>
        <p:spPr>
          <a:xfrm>
            <a:off x="4381560" y="-7920"/>
            <a:ext cx="4762080" cy="637920"/>
          </a:xfrm>
          <a:custGeom>
            <a:avLst/>
            <a:gdLst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l" t="t" r="r" b="b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4928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grpSp>
        <p:nvGrpSpPr>
          <p:cNvPr id="89" name="Grupa 1"/>
          <p:cNvGrpSpPr/>
          <p:nvPr/>
        </p:nvGrpSpPr>
        <p:grpSpPr>
          <a:xfrm>
            <a:off x="-29160" y="-15480"/>
            <a:ext cx="9197640" cy="1084680"/>
            <a:chOff x="-29160" y="-15480"/>
            <a:chExt cx="9197640" cy="1084680"/>
          </a:xfrm>
        </p:grpSpPr>
        <p:sp>
          <p:nvSpPr>
            <p:cNvPr id="90" name="Dowolny kształt 11"/>
            <p:cNvSpPr/>
            <p:nvPr/>
          </p:nvSpPr>
          <p:spPr>
            <a:xfrm rot="21435600">
              <a:off x="-18720" y="203040"/>
              <a:ext cx="9162720" cy="647280"/>
            </a:xfrm>
            <a:custGeom>
              <a:avLst/>
              <a:gdLst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defTabSz="44928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91" name="Dowolny kształt 12"/>
            <p:cNvSpPr/>
            <p:nvPr/>
          </p:nvSpPr>
          <p:spPr>
            <a:xfrm rot="21435600">
              <a:off x="-14040" y="276120"/>
              <a:ext cx="9175320" cy="528840"/>
            </a:xfrm>
            <a:custGeom>
              <a:avLst/>
              <a:gdLst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defTabSz="44928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457200" y="704160"/>
            <a:ext cx="8305560" cy="114264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rm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pl-PL" sz="5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Kliknij, aby edytować styl</a:t>
            </a:r>
            <a:endParaRPr lang="en-GB" sz="5000" b="0" u="none" strike="noStrike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sp>
        <p:nvSpPr>
          <p:cNvPr id="93" name="PlaceHolder 2"/>
          <p:cNvSpPr>
            <a:spLocks noGrp="1"/>
          </p:cNvSpPr>
          <p:nvPr>
            <p:ph type="dt" idx="2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defTabSz="449280">
              <a:lnSpc>
                <a:spcPct val="100000"/>
              </a:lnSpc>
              <a:buNone/>
              <a:defRPr lang="en-US" sz="1200" b="0" u="none" strike="noStrike">
                <a:solidFill>
                  <a:schemeClr val="dk2">
                    <a:shade val="90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 defTabSz="44928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2">
                    <a:shade val="90000"/>
                  </a:schemeClr>
                </a:solidFill>
                <a:effectLst/>
                <a:uFillTx/>
                <a:latin typeface="Times New Roman"/>
              </a:rPr>
              <a:t>&lt;data/godzina&gt;</a:t>
            </a:r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" name="PlaceHolder 3"/>
          <p:cNvSpPr>
            <a:spLocks noGrp="1"/>
          </p:cNvSpPr>
          <p:nvPr>
            <p:ph type="ftr" idx="25"/>
          </p:nvPr>
        </p:nvSpPr>
        <p:spPr>
          <a:xfrm>
            <a:off x="2666880" y="6356520"/>
            <a:ext cx="335232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ctr">
              <a:buNone/>
              <a:defRPr lang="pl-PL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l-PL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&lt;stopka&gt;</a:t>
            </a:r>
          </a:p>
        </p:txBody>
      </p:sp>
      <p:sp>
        <p:nvSpPr>
          <p:cNvPr id="95" name="PlaceHolder 4"/>
          <p:cNvSpPr>
            <a:spLocks noGrp="1"/>
          </p:cNvSpPr>
          <p:nvPr>
            <p:ph type="sldNum" idx="26"/>
          </p:nvPr>
        </p:nvSpPr>
        <p:spPr>
          <a:xfrm>
            <a:off x="7924680" y="6356520"/>
            <a:ext cx="76176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def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</a:pPr>
            <a:fld id="{29DAFC71-F23F-4449-8725-CA403A7A08B9}" type="slidenum">
              <a: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rPr>
              <a:t>‹#›</a:t>
            </a:fld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bg>
      <p:bgPr>
        <a:blipFill rotWithShape="0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Dowolny kształt 6"/>
          <p:cNvSpPr/>
          <p:nvPr/>
        </p:nvSpPr>
        <p:spPr>
          <a:xfrm>
            <a:off x="-9360" y="-7920"/>
            <a:ext cx="9162720" cy="1041120"/>
          </a:xfrm>
          <a:custGeom>
            <a:avLst/>
            <a:gdLst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l" t="t" r="r" b="b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4928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97" name="Dowolny kształt 7"/>
          <p:cNvSpPr/>
          <p:nvPr/>
        </p:nvSpPr>
        <p:spPr>
          <a:xfrm>
            <a:off x="4381560" y="-7920"/>
            <a:ext cx="4762080" cy="637920"/>
          </a:xfrm>
          <a:custGeom>
            <a:avLst/>
            <a:gdLst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l" t="t" r="r" b="b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4928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grpSp>
        <p:nvGrpSpPr>
          <p:cNvPr id="98" name="Grupa 1"/>
          <p:cNvGrpSpPr/>
          <p:nvPr/>
        </p:nvGrpSpPr>
        <p:grpSpPr>
          <a:xfrm>
            <a:off x="-29160" y="-15480"/>
            <a:ext cx="9197640" cy="1084680"/>
            <a:chOff x="-29160" y="-15480"/>
            <a:chExt cx="9197640" cy="1084680"/>
          </a:xfrm>
        </p:grpSpPr>
        <p:sp>
          <p:nvSpPr>
            <p:cNvPr id="99" name="Dowolny kształt 11"/>
            <p:cNvSpPr/>
            <p:nvPr/>
          </p:nvSpPr>
          <p:spPr>
            <a:xfrm rot="21435600">
              <a:off x="-18720" y="203040"/>
              <a:ext cx="9162720" cy="647280"/>
            </a:xfrm>
            <a:custGeom>
              <a:avLst/>
              <a:gdLst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defTabSz="44928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00" name="Dowolny kształt 12"/>
            <p:cNvSpPr/>
            <p:nvPr/>
          </p:nvSpPr>
          <p:spPr>
            <a:xfrm rot="21435600">
              <a:off x="-14040" y="276120"/>
              <a:ext cx="9175320" cy="528840"/>
            </a:xfrm>
            <a:custGeom>
              <a:avLst/>
              <a:gdLst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defTabSz="44928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101" name="PlaceHolder 1"/>
          <p:cNvSpPr>
            <a:spLocks noGrp="1"/>
          </p:cNvSpPr>
          <p:nvPr>
            <p:ph type="dt" idx="2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defTabSz="449280">
              <a:lnSpc>
                <a:spcPct val="100000"/>
              </a:lnSpc>
              <a:buNone/>
              <a:defRPr lang="en-US" sz="1200" b="0" u="none" strike="noStrike">
                <a:solidFill>
                  <a:schemeClr val="dk2">
                    <a:shade val="90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 defTabSz="44928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2">
                    <a:shade val="90000"/>
                  </a:schemeClr>
                </a:solidFill>
                <a:effectLst/>
                <a:uFillTx/>
                <a:latin typeface="Times New Roman"/>
              </a:rPr>
              <a:t>&lt;data/godzina&gt;</a:t>
            </a:r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" name="PlaceHolder 2"/>
          <p:cNvSpPr>
            <a:spLocks noGrp="1"/>
          </p:cNvSpPr>
          <p:nvPr>
            <p:ph type="ftr" idx="28"/>
          </p:nvPr>
        </p:nvSpPr>
        <p:spPr>
          <a:xfrm>
            <a:off x="2666880" y="6356520"/>
            <a:ext cx="335232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ctr">
              <a:buNone/>
              <a:defRPr lang="pl-PL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l-PL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&lt;stopka&gt;</a:t>
            </a:r>
          </a:p>
        </p:txBody>
      </p:sp>
      <p:sp>
        <p:nvSpPr>
          <p:cNvPr id="103" name="PlaceHolder 3"/>
          <p:cNvSpPr>
            <a:spLocks noGrp="1"/>
          </p:cNvSpPr>
          <p:nvPr>
            <p:ph type="sldNum" idx="29"/>
          </p:nvPr>
        </p:nvSpPr>
        <p:spPr>
          <a:xfrm>
            <a:off x="7924680" y="6356520"/>
            <a:ext cx="76176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def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</a:pPr>
            <a:fld id="{369E57E9-A04B-444C-ACE3-40F80C43C2D1}" type="slidenum">
              <a: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rPr>
              <a:t>‹#›</a:t>
            </a:fld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rPr>
              <a:t>Kliknij, aby edytować format tekstu tytułu</a:t>
            </a:r>
          </a:p>
        </p:txBody>
      </p:sp>
      <p:sp>
        <p:nvSpPr>
          <p:cNvPr id="10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format tekstu konspektu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1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Drugi poziom konspektu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Trzeci poziom konspektu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Czwarty poziom konspektu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Piąty poziom konspektu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Szósty poziom konspektu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Siódmy poziom konspektu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Zawartość z podpisem">
    <p:bg>
      <p:bgPr>
        <a:blipFill rotWithShape="0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Dowolny kształt 6"/>
          <p:cNvSpPr/>
          <p:nvPr/>
        </p:nvSpPr>
        <p:spPr>
          <a:xfrm>
            <a:off x="-9360" y="-7920"/>
            <a:ext cx="9162720" cy="1041120"/>
          </a:xfrm>
          <a:custGeom>
            <a:avLst/>
            <a:gdLst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l" t="t" r="r" b="b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4928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107" name="Dowolny kształt 7"/>
          <p:cNvSpPr/>
          <p:nvPr/>
        </p:nvSpPr>
        <p:spPr>
          <a:xfrm>
            <a:off x="4381560" y="-7920"/>
            <a:ext cx="4762080" cy="637920"/>
          </a:xfrm>
          <a:custGeom>
            <a:avLst/>
            <a:gdLst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l" t="t" r="r" b="b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4928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grpSp>
        <p:nvGrpSpPr>
          <p:cNvPr id="108" name="Grupa 1"/>
          <p:cNvGrpSpPr/>
          <p:nvPr/>
        </p:nvGrpSpPr>
        <p:grpSpPr>
          <a:xfrm>
            <a:off x="-29160" y="-15480"/>
            <a:ext cx="9197640" cy="1084680"/>
            <a:chOff x="-29160" y="-15480"/>
            <a:chExt cx="9197640" cy="1084680"/>
          </a:xfrm>
        </p:grpSpPr>
        <p:sp>
          <p:nvSpPr>
            <p:cNvPr id="109" name="Dowolny kształt 11"/>
            <p:cNvSpPr/>
            <p:nvPr/>
          </p:nvSpPr>
          <p:spPr>
            <a:xfrm rot="21435600">
              <a:off x="-18720" y="203040"/>
              <a:ext cx="9162720" cy="647280"/>
            </a:xfrm>
            <a:custGeom>
              <a:avLst/>
              <a:gdLst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defTabSz="44928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10" name="Dowolny kształt 12"/>
            <p:cNvSpPr/>
            <p:nvPr/>
          </p:nvSpPr>
          <p:spPr>
            <a:xfrm rot="21435600">
              <a:off x="-14040" y="276120"/>
              <a:ext cx="9175320" cy="528840"/>
            </a:xfrm>
            <a:custGeom>
              <a:avLst/>
              <a:gdLst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defTabSz="44928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685800" y="514440"/>
            <a:ext cx="2742840" cy="11617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pl-PL" sz="26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Kliknij, aby edytować styl</a:t>
            </a:r>
            <a:endParaRPr lang="en-GB" sz="2600" b="0" u="none" strike="noStrike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 type="body"/>
          </p:nvPr>
        </p:nvSpPr>
        <p:spPr>
          <a:xfrm>
            <a:off x="685800" y="1676520"/>
            <a:ext cx="2742840" cy="4571640"/>
          </a:xfrm>
          <a:prstGeom prst="rect">
            <a:avLst/>
          </a:prstGeom>
          <a:noFill/>
          <a:ln w="0">
            <a:noFill/>
          </a:ln>
        </p:spPr>
        <p:txBody>
          <a:bodyPr lIns="18360" tIns="45720" rIns="18360" bIns="45720" numCol="1" spcCol="0" anchor="t">
            <a:noAutofit/>
          </a:bodyPr>
          <a:lstStyle/>
          <a:p>
            <a:pPr indent="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pl-PL" sz="14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style wzorca tekstu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 type="body"/>
          </p:nvPr>
        </p:nvSpPr>
        <p:spPr>
          <a:xfrm>
            <a:off x="3575160" y="1676520"/>
            <a:ext cx="5111280" cy="4571640"/>
          </a:xfrm>
          <a:prstGeom prst="rect">
            <a:avLst/>
          </a:prstGeom>
          <a:noFill/>
          <a:ln w="0">
            <a:noFill/>
          </a:ln>
        </p:spPr>
        <p:txBody>
          <a:bodyPr lIns="91440" tIns="0" rIns="91440" bIns="45720" numCol="1" spcCol="0" anchor="t">
            <a:noAutofit/>
          </a:bodyPr>
          <a:lstStyle/>
          <a:p>
            <a:pPr marL="272880" indent="-272880">
              <a:lnSpc>
                <a:spcPct val="100000"/>
              </a:lnSpc>
              <a:spcBef>
                <a:spcPts val="561"/>
              </a:spcBef>
              <a:buClr>
                <a:srgbClr val="0BD0D9"/>
              </a:buClr>
              <a:buSzPct val="95000"/>
              <a:buFont typeface="Wingdings 2" charset="2"/>
              <a:buChar char=""/>
            </a:pPr>
            <a:r>
              <a:rPr lang="pl-PL" sz="28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style wzorca tekstu</a:t>
            </a:r>
            <a:endParaRPr lang="en-GB" sz="28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639720" lvl="1" indent="-246240">
              <a:lnSpc>
                <a:spcPct val="100000"/>
              </a:lnSpc>
              <a:spcBef>
                <a:spcPts val="519"/>
              </a:spcBef>
              <a:buClr>
                <a:srgbClr val="0F6FC6"/>
              </a:buClr>
              <a:buSzPct val="85000"/>
              <a:buFont typeface="Wingdings 2" charset="2"/>
              <a:buChar char=""/>
            </a:pPr>
            <a:r>
              <a:rPr lang="pl-PL" sz="2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Drugi poziom</a:t>
            </a:r>
            <a:endParaRPr lang="en-GB" sz="26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914400" lvl="2" indent="-246240">
              <a:lnSpc>
                <a:spcPct val="100000"/>
              </a:lnSpc>
              <a:spcBef>
                <a:spcPts val="479"/>
              </a:spcBef>
              <a:buClr>
                <a:srgbClr val="009DD9"/>
              </a:buClr>
              <a:buSzPct val="70000"/>
              <a:buFont typeface="Wingdings 2" charset="2"/>
              <a:buChar char=""/>
            </a:pPr>
            <a:r>
              <a:rPr lang="pl-PL" sz="24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Trzeci poziom</a:t>
            </a:r>
            <a:endParaRPr lang="en-GB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1187280" lvl="3" indent="-209520">
              <a:lnSpc>
                <a:spcPct val="100000"/>
              </a:lnSpc>
              <a:spcBef>
                <a:spcPts val="400"/>
              </a:spcBef>
              <a:buClr>
                <a:srgbClr val="0BD0D9"/>
              </a:buClr>
              <a:buSzPct val="65000"/>
              <a:buFont typeface="Wingdings 2" charset="2"/>
              <a:buChar char=""/>
            </a:pPr>
            <a:r>
              <a:rPr lang="pl-PL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Czwarty poziom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1461960" lvl="4" indent="-209520">
              <a:lnSpc>
                <a:spcPct val="100000"/>
              </a:lnSpc>
              <a:spcBef>
                <a:spcPts val="360"/>
              </a:spcBef>
              <a:buClr>
                <a:srgbClr val="10CF9B"/>
              </a:buClr>
              <a:buSzPct val="65000"/>
              <a:buFont typeface="Wingdings 2" charset="2"/>
              <a:buChar char=""/>
            </a:pPr>
            <a:r>
              <a:rPr lang="pl-PL" sz="18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Piąty poziom</a:t>
            </a:r>
            <a:endParaRPr lang="en-GB" sz="18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 type="dt" idx="3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defTabSz="449280">
              <a:lnSpc>
                <a:spcPct val="100000"/>
              </a:lnSpc>
              <a:buNone/>
              <a:defRPr lang="en-US" sz="1200" b="0" u="none" strike="noStrike">
                <a:solidFill>
                  <a:schemeClr val="dk2">
                    <a:shade val="90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 defTabSz="44928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2">
                    <a:shade val="90000"/>
                  </a:schemeClr>
                </a:solidFill>
                <a:effectLst/>
                <a:uFillTx/>
                <a:latin typeface="Times New Roman"/>
              </a:rPr>
              <a:t>&lt;data/godzina&gt;</a:t>
            </a:r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 type="ftr" idx="31"/>
          </p:nvPr>
        </p:nvSpPr>
        <p:spPr>
          <a:xfrm>
            <a:off x="2666880" y="6356520"/>
            <a:ext cx="335232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ctr">
              <a:buNone/>
              <a:defRPr lang="pl-PL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l-PL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&lt;stopka&gt;</a:t>
            </a:r>
          </a:p>
        </p:txBody>
      </p:sp>
      <p:sp>
        <p:nvSpPr>
          <p:cNvPr id="116" name="PlaceHolder 6"/>
          <p:cNvSpPr>
            <a:spLocks noGrp="1"/>
          </p:cNvSpPr>
          <p:nvPr>
            <p:ph type="sldNum" idx="32"/>
          </p:nvPr>
        </p:nvSpPr>
        <p:spPr>
          <a:xfrm>
            <a:off x="7924680" y="6356520"/>
            <a:ext cx="76176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def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</a:pPr>
            <a:fld id="{F57F5EE0-4C50-44EC-AD89-1FF1596728D0}" type="slidenum">
              <a: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rPr>
              <a:t>‹#›</a:t>
            </a:fld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Obraz z podpisem">
    <p:bg>
      <p:bgPr>
        <a:blipFill rotWithShape="0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Dowolny kształt 6" hidden="1"/>
          <p:cNvSpPr/>
          <p:nvPr/>
        </p:nvSpPr>
        <p:spPr>
          <a:xfrm>
            <a:off x="-9360" y="-7920"/>
            <a:ext cx="9162720" cy="1041120"/>
          </a:xfrm>
          <a:custGeom>
            <a:avLst/>
            <a:gdLst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l" t="t" r="r" b="b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4928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118" name="Dowolny kształt 7" hidden="1"/>
          <p:cNvSpPr/>
          <p:nvPr/>
        </p:nvSpPr>
        <p:spPr>
          <a:xfrm>
            <a:off x="4381560" y="-7920"/>
            <a:ext cx="4762080" cy="637920"/>
          </a:xfrm>
          <a:custGeom>
            <a:avLst/>
            <a:gdLst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l" t="t" r="r" b="b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4928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grpSp>
        <p:nvGrpSpPr>
          <p:cNvPr id="119" name="Grupa 1"/>
          <p:cNvGrpSpPr/>
          <p:nvPr/>
        </p:nvGrpSpPr>
        <p:grpSpPr>
          <a:xfrm>
            <a:off x="-29160" y="-15480"/>
            <a:ext cx="9197640" cy="1084680"/>
            <a:chOff x="-29160" y="-15480"/>
            <a:chExt cx="9197640" cy="1084680"/>
          </a:xfrm>
        </p:grpSpPr>
        <p:sp>
          <p:nvSpPr>
            <p:cNvPr id="120" name="Dowolny kształt 11"/>
            <p:cNvSpPr/>
            <p:nvPr/>
          </p:nvSpPr>
          <p:spPr>
            <a:xfrm rot="21435600">
              <a:off x="-18720" y="203040"/>
              <a:ext cx="9162720" cy="647280"/>
            </a:xfrm>
            <a:custGeom>
              <a:avLst/>
              <a:gdLst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defTabSz="44928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21" name="Dowolny kształt 12"/>
            <p:cNvSpPr/>
            <p:nvPr/>
          </p:nvSpPr>
          <p:spPr>
            <a:xfrm rot="21435600">
              <a:off x="-14040" y="276120"/>
              <a:ext cx="9175320" cy="528840"/>
            </a:xfrm>
            <a:custGeom>
              <a:avLst/>
              <a:gdLst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defTabSz="44928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122" name="Prostokąt ze ściętym i zaokrąglonym rogiem 13"/>
          <p:cNvSpPr/>
          <p:nvPr/>
        </p:nvSpPr>
        <p:spPr>
          <a:xfrm rot="420000" flipV="1">
            <a:off x="3165120" y="1108080"/>
            <a:ext cx="5257440" cy="4114440"/>
          </a:xfrm>
          <a:prstGeom prst="snipRoundRect">
            <a:avLst>
              <a:gd name="adj1" fmla="val 0"/>
              <a:gd name="adj2" fmla="val 3646"/>
            </a:avLst>
          </a:prstGeom>
          <a:solidFill>
            <a:srgbClr val="FFFFFF"/>
          </a:solidFill>
          <a:ln w="3175" cap="rnd">
            <a:solidFill>
              <a:srgbClr val="C0C0C0"/>
            </a:solidFill>
            <a:round/>
          </a:ln>
          <a:effectLst>
            <a:outerShdw blurRad="63360" dist="38251" dir="7502171" sx="98500" sy="100080" kx="100000" algn="tl" rotWithShape="0">
              <a:srgbClr val="000000">
                <a:alpha val="25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49280">
              <a:lnSpc>
                <a:spcPct val="100000"/>
              </a:lnSpc>
            </a:pPr>
            <a:endParaRPr lang="en-US" sz="2400" b="0" u="none" strike="noStrike">
              <a:solidFill>
                <a:schemeClr val="lt1"/>
              </a:solidFill>
              <a:effectLst/>
              <a:uFillTx/>
              <a:latin typeface="Constantia"/>
            </a:endParaRPr>
          </a:p>
        </p:txBody>
      </p:sp>
      <p:sp>
        <p:nvSpPr>
          <p:cNvPr id="123" name="Trójkąt prostokątny 5"/>
          <p:cNvSpPr/>
          <p:nvPr/>
        </p:nvSpPr>
        <p:spPr>
          <a:xfrm rot="420000" flipV="1">
            <a:off x="8003880" y="5358240"/>
            <a:ext cx="155160" cy="155160"/>
          </a:xfrm>
          <a:prstGeom prst="rtTriangle">
            <a:avLst/>
          </a:prstGeom>
          <a:solidFill>
            <a:srgbClr val="FFFFFF"/>
          </a:solidFill>
          <a:ln w="12700">
            <a:solidFill>
              <a:srgbClr val="FFFFFF"/>
            </a:solidFill>
            <a:bevel/>
          </a:ln>
          <a:effectLst>
            <a:outerShdw blurRad="19800" dist="6193" dir="12932261" algn="tl" rotWithShape="0">
              <a:srgbClr val="000000">
                <a:alpha val="47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6840" rIns="90000" bIns="6840" anchor="ctr">
            <a:noAutofit/>
          </a:bodyPr>
          <a:lstStyle/>
          <a:p>
            <a:pPr algn="ctr" defTabSz="449280">
              <a:lnSpc>
                <a:spcPct val="100000"/>
              </a:lnSpc>
            </a:pPr>
            <a:endParaRPr lang="en-US" sz="2400" b="0" u="none" strike="noStrike">
              <a:solidFill>
                <a:schemeClr val="lt1"/>
              </a:solidFill>
              <a:effectLst/>
              <a:uFillTx/>
              <a:latin typeface="Constantia"/>
            </a:endParaRPr>
          </a:p>
        </p:txBody>
      </p:sp>
      <p:sp>
        <p:nvSpPr>
          <p:cNvPr id="124" name="Dowolny kształt 6"/>
          <p:cNvSpPr/>
          <p:nvPr/>
        </p:nvSpPr>
        <p:spPr>
          <a:xfrm flipV="1">
            <a:off x="-9000" y="5816160"/>
            <a:ext cx="9162720" cy="1041120"/>
          </a:xfrm>
          <a:custGeom>
            <a:avLst/>
            <a:gdLst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l" t="t" r="r" b="b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162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4928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125" name="Dowolny kształt 7"/>
          <p:cNvSpPr/>
          <p:nvPr/>
        </p:nvSpPr>
        <p:spPr>
          <a:xfrm flipV="1">
            <a:off x="4381560" y="6219720"/>
            <a:ext cx="4762080" cy="637920"/>
          </a:xfrm>
          <a:custGeom>
            <a:avLst/>
            <a:gdLst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l" t="t" r="r" b="b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162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4928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609480" y="1176840"/>
            <a:ext cx="2212560" cy="1582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pl-PL" sz="2000" b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Kliknij, aby edytować styl</a:t>
            </a:r>
            <a:endParaRPr lang="en-GB" sz="2000" b="0" u="none" strike="noStrike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 type="body"/>
          </p:nvPr>
        </p:nvSpPr>
        <p:spPr>
          <a:xfrm>
            <a:off x="609480" y="2828880"/>
            <a:ext cx="2209320" cy="2179080"/>
          </a:xfrm>
          <a:prstGeom prst="rect">
            <a:avLst/>
          </a:prstGeom>
          <a:noFill/>
          <a:ln w="0">
            <a:noFill/>
          </a:ln>
        </p:spPr>
        <p:txBody>
          <a:bodyPr lIns="64080" tIns="45720" rIns="45720" bIns="45720" numCol="1" spcCol="0" anchor="t">
            <a:noAutofit/>
          </a:bodyPr>
          <a:lstStyle/>
          <a:p>
            <a:pPr indent="0">
              <a:lnSpc>
                <a:spcPct val="100000"/>
              </a:lnSpc>
              <a:spcBef>
                <a:spcPts val="249"/>
              </a:spcBef>
              <a:buNone/>
              <a:tabLst>
                <a:tab pos="0" algn="l"/>
              </a:tabLst>
            </a:pPr>
            <a:r>
              <a:rPr lang="pl-PL" sz="13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style wzorca tekstu</a:t>
            </a:r>
            <a:endParaRPr lang="en-GB" sz="13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128" name="PlaceHolder 3"/>
          <p:cNvSpPr>
            <a:spLocks noGrp="1"/>
          </p:cNvSpPr>
          <p:nvPr>
            <p:ph type="body"/>
          </p:nvPr>
        </p:nvSpPr>
        <p:spPr>
          <a:xfrm rot="420000">
            <a:off x="3485520" y="1199160"/>
            <a:ext cx="4617360" cy="3931560"/>
          </a:xfrm>
          <a:prstGeom prst="rect">
            <a:avLst/>
          </a:prstGeom>
          <a:solidFill>
            <a:schemeClr val="lt2"/>
          </a:solidFill>
          <a:ln w="2880" cap="rnd">
            <a:solidFill>
              <a:srgbClr val="C0C0C0"/>
            </a:solidFill>
            <a:round/>
          </a:ln>
        </p:spPr>
        <p:txBody>
          <a:bodyPr lIns="90000" tIns="45000" rIns="90000" bIns="45000" anchor="t">
            <a:normAutofit/>
          </a:bodyPr>
          <a:lstStyle/>
          <a:p>
            <a:pPr indent="0" defTabSz="44928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l-PL" sz="3200" b="0" u="none" strike="noStrike">
                <a:solidFill>
                  <a:schemeClr val="lt1"/>
                </a:solidFill>
                <a:effectLst/>
                <a:uFillTx/>
                <a:latin typeface="Times New Roman"/>
              </a:rPr>
              <a:t>Kliknij ikonę, aby dodać obraz</a:t>
            </a:r>
            <a:endParaRPr lang="en-GB" sz="32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129" name="PlaceHolder 4"/>
          <p:cNvSpPr>
            <a:spLocks noGrp="1"/>
          </p:cNvSpPr>
          <p:nvPr>
            <p:ph type="dt" idx="3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defTabSz="449280">
              <a:lnSpc>
                <a:spcPct val="100000"/>
              </a:lnSpc>
              <a:buNone/>
              <a:defRPr lang="en-US" sz="1200" b="0" u="none" strike="noStrike">
                <a:solidFill>
                  <a:schemeClr val="dk2">
                    <a:shade val="90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 defTabSz="44928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2">
                    <a:shade val="90000"/>
                  </a:schemeClr>
                </a:solidFill>
                <a:effectLst/>
                <a:uFillTx/>
                <a:latin typeface="Times New Roman"/>
              </a:rPr>
              <a:t>&lt;data/godzina&gt;</a:t>
            </a:r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" name="PlaceHolder 5"/>
          <p:cNvSpPr>
            <a:spLocks noGrp="1"/>
          </p:cNvSpPr>
          <p:nvPr>
            <p:ph type="ftr" idx="34"/>
          </p:nvPr>
        </p:nvSpPr>
        <p:spPr>
          <a:xfrm>
            <a:off x="2666880" y="6356520"/>
            <a:ext cx="335232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ctr">
              <a:buNone/>
              <a:defRPr lang="pl-PL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l-PL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&lt;stopka&gt;</a:t>
            </a:r>
          </a:p>
        </p:txBody>
      </p:sp>
      <p:sp>
        <p:nvSpPr>
          <p:cNvPr id="131" name="PlaceHolder 6"/>
          <p:cNvSpPr>
            <a:spLocks noGrp="1"/>
          </p:cNvSpPr>
          <p:nvPr>
            <p:ph type="sldNum" idx="35"/>
          </p:nvPr>
        </p:nvSpPr>
        <p:spPr>
          <a:xfrm>
            <a:off x="8077320" y="6356520"/>
            <a:ext cx="60912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def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</a:pPr>
            <a:fld id="{88FAE203-9D65-4A2A-AFA0-22E81FB3B706}" type="slidenum">
              <a: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rPr>
              <a:t>‹#›</a:t>
            </a:fld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Układ niestandardowy">
    <p:bg>
      <p:bgPr>
        <a:blipFill rotWithShape="0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Dowolny kształt 6"/>
          <p:cNvSpPr/>
          <p:nvPr/>
        </p:nvSpPr>
        <p:spPr>
          <a:xfrm>
            <a:off x="-9360" y="-7920"/>
            <a:ext cx="9162720" cy="1041120"/>
          </a:xfrm>
          <a:custGeom>
            <a:avLst/>
            <a:gdLst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l" t="t" r="r" b="b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133" name="Dowolny kształt 7"/>
          <p:cNvSpPr/>
          <p:nvPr/>
        </p:nvSpPr>
        <p:spPr>
          <a:xfrm>
            <a:off x="4381560" y="-7920"/>
            <a:ext cx="4762080" cy="637920"/>
          </a:xfrm>
          <a:custGeom>
            <a:avLst/>
            <a:gdLst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l" t="t" r="r" b="b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grpSp>
        <p:nvGrpSpPr>
          <p:cNvPr id="134" name="Grupa 1"/>
          <p:cNvGrpSpPr/>
          <p:nvPr/>
        </p:nvGrpSpPr>
        <p:grpSpPr>
          <a:xfrm>
            <a:off x="-29160" y="-15480"/>
            <a:ext cx="9197640" cy="1084680"/>
            <a:chOff x="-29160" y="-15480"/>
            <a:chExt cx="9197640" cy="1084680"/>
          </a:xfrm>
        </p:grpSpPr>
        <p:sp>
          <p:nvSpPr>
            <p:cNvPr id="135" name="Dowolny kształt 11"/>
            <p:cNvSpPr/>
            <p:nvPr/>
          </p:nvSpPr>
          <p:spPr>
            <a:xfrm rot="21435600">
              <a:off x="-18720" y="203040"/>
              <a:ext cx="9162720" cy="647280"/>
            </a:xfrm>
            <a:custGeom>
              <a:avLst/>
              <a:gdLst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36" name="Dowolny kształt 12"/>
            <p:cNvSpPr/>
            <p:nvPr/>
          </p:nvSpPr>
          <p:spPr>
            <a:xfrm rot="21435600">
              <a:off x="-14040" y="276120"/>
              <a:ext cx="9175320" cy="528840"/>
            </a:xfrm>
            <a:custGeom>
              <a:avLst/>
              <a:gdLst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685800" y="463680"/>
            <a:ext cx="7768800" cy="14317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pl-PL" sz="5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Kliknij, aby edytować styl</a:t>
            </a:r>
            <a:endParaRPr lang="en-GB" sz="5000" b="0" u="none" strike="noStrike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 type="sldNum" idx="36"/>
          </p:nvPr>
        </p:nvSpPr>
        <p:spPr>
          <a:xfrm>
            <a:off x="7924680" y="6356520"/>
            <a:ext cx="76176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def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</a:pPr>
            <a:fld id="{CF1ADBE5-1F86-4E45-93E0-C76DE76BDBE1}" type="slidenum">
              <a: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rPr>
              <a:t>‹#›</a:t>
            </a:fld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format tekstu konspektu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1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Drugi poziom konspektu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Trzeci poziom konspektu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Czwarty poziom konspektu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Piąty poziom konspektu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Szósty poziom konspektu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Siódmy poziom konspektu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Układ niestandardowy">
    <p:bg>
      <p:bgPr>
        <a:blipFill rotWithShape="0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Dowolny kształt 6"/>
          <p:cNvSpPr/>
          <p:nvPr/>
        </p:nvSpPr>
        <p:spPr>
          <a:xfrm>
            <a:off x="-9360" y="-7920"/>
            <a:ext cx="9162720" cy="1041120"/>
          </a:xfrm>
          <a:custGeom>
            <a:avLst/>
            <a:gdLst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l" t="t" r="r" b="b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133" name="Dowolny kształt 7"/>
          <p:cNvSpPr/>
          <p:nvPr/>
        </p:nvSpPr>
        <p:spPr>
          <a:xfrm>
            <a:off x="4381560" y="-7920"/>
            <a:ext cx="4762080" cy="637920"/>
          </a:xfrm>
          <a:custGeom>
            <a:avLst/>
            <a:gdLst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l" t="t" r="r" b="b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grpSp>
        <p:nvGrpSpPr>
          <p:cNvPr id="140" name="Grupa 1"/>
          <p:cNvGrpSpPr/>
          <p:nvPr/>
        </p:nvGrpSpPr>
        <p:grpSpPr>
          <a:xfrm>
            <a:off x="-29160" y="-15480"/>
            <a:ext cx="9197640" cy="1084680"/>
            <a:chOff x="-29160" y="-15480"/>
            <a:chExt cx="9197640" cy="1084680"/>
          </a:xfrm>
        </p:grpSpPr>
        <p:sp>
          <p:nvSpPr>
            <p:cNvPr id="135" name="Dowolny kształt 11"/>
            <p:cNvSpPr/>
            <p:nvPr/>
          </p:nvSpPr>
          <p:spPr>
            <a:xfrm rot="21435600">
              <a:off x="-18720" y="203040"/>
              <a:ext cx="9162720" cy="647280"/>
            </a:xfrm>
            <a:custGeom>
              <a:avLst/>
              <a:gdLst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36" name="Dowolny kształt 12"/>
            <p:cNvSpPr/>
            <p:nvPr/>
          </p:nvSpPr>
          <p:spPr>
            <a:xfrm rot="21435600">
              <a:off x="-14040" y="276120"/>
              <a:ext cx="9175320" cy="528840"/>
            </a:xfrm>
            <a:custGeom>
              <a:avLst/>
              <a:gdLst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685800" y="463680"/>
            <a:ext cx="7768800" cy="14317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pl-PL" sz="5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Kliknij, aby edytować styl</a:t>
            </a:r>
            <a:endParaRPr lang="en-GB" sz="5000" b="0" u="none" strike="noStrike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sp>
        <p:nvSpPr>
          <p:cNvPr id="142" name="PlaceHolder 2"/>
          <p:cNvSpPr>
            <a:spLocks noGrp="1"/>
          </p:cNvSpPr>
          <p:nvPr>
            <p:ph type="sldNum" idx="37"/>
          </p:nvPr>
        </p:nvSpPr>
        <p:spPr>
          <a:xfrm>
            <a:off x="7924680" y="6356520"/>
            <a:ext cx="76176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def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</a:pPr>
            <a:fld id="{8278A497-B96E-4026-B4BC-E587BDD6FB2B}" type="slidenum">
              <a: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rPr>
              <a:t>‹#›</a:t>
            </a:fld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format tekstu konspektu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1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Drugi poziom konspektu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Trzeci poziom konspektu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Czwarty poziom konspektu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Piąty poziom konspektu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Szósty poziom konspektu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Siódmy poziom konspektu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2_Układ niestandardowy">
    <p:bg>
      <p:bgPr>
        <a:blipFill rotWithShape="0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Dowolny kształt 6"/>
          <p:cNvSpPr/>
          <p:nvPr/>
        </p:nvSpPr>
        <p:spPr>
          <a:xfrm>
            <a:off x="-9360" y="-7920"/>
            <a:ext cx="9162720" cy="1041120"/>
          </a:xfrm>
          <a:custGeom>
            <a:avLst/>
            <a:gdLst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l" t="t" r="r" b="b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145" name="Dowolny kształt 7"/>
          <p:cNvSpPr/>
          <p:nvPr/>
        </p:nvSpPr>
        <p:spPr>
          <a:xfrm>
            <a:off x="4381560" y="-7920"/>
            <a:ext cx="4762080" cy="637920"/>
          </a:xfrm>
          <a:custGeom>
            <a:avLst/>
            <a:gdLst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l" t="t" r="r" b="b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grpSp>
        <p:nvGrpSpPr>
          <p:cNvPr id="146" name="Grupa 1"/>
          <p:cNvGrpSpPr/>
          <p:nvPr/>
        </p:nvGrpSpPr>
        <p:grpSpPr>
          <a:xfrm>
            <a:off x="-29160" y="-15480"/>
            <a:ext cx="9197640" cy="1084680"/>
            <a:chOff x="-29160" y="-15480"/>
            <a:chExt cx="9197640" cy="1084680"/>
          </a:xfrm>
        </p:grpSpPr>
        <p:sp>
          <p:nvSpPr>
            <p:cNvPr id="147" name="Dowolny kształt 11"/>
            <p:cNvSpPr/>
            <p:nvPr/>
          </p:nvSpPr>
          <p:spPr>
            <a:xfrm rot="21435600">
              <a:off x="-18720" y="203040"/>
              <a:ext cx="9162720" cy="647280"/>
            </a:xfrm>
            <a:custGeom>
              <a:avLst/>
              <a:gdLst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48" name="Dowolny kształt 12"/>
            <p:cNvSpPr/>
            <p:nvPr/>
          </p:nvSpPr>
          <p:spPr>
            <a:xfrm rot="21435600">
              <a:off x="-14040" y="276120"/>
              <a:ext cx="9175320" cy="528840"/>
            </a:xfrm>
            <a:custGeom>
              <a:avLst/>
              <a:gdLst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685800" y="463680"/>
            <a:ext cx="7768800" cy="14317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pl-PL" sz="5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Kliknij, aby edytować styl</a:t>
            </a:r>
            <a:endParaRPr lang="en-GB" sz="5000" b="0" u="none" strike="noStrike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 type="sldNum" idx="38"/>
          </p:nvPr>
        </p:nvSpPr>
        <p:spPr>
          <a:xfrm>
            <a:off x="7924680" y="6356520"/>
            <a:ext cx="76176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def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</a:pPr>
            <a:fld id="{3A7E9ACA-C127-4894-88CF-4CE7EF52F928}" type="slidenum">
              <a: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rPr>
              <a:t>‹#›</a:t>
            </a:fld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format tekstu konspektu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1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Drugi poziom konspektu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Trzeci poziom konspektu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Czwarty poziom konspektu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Piąty poziom konspektu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Szósty poziom konspektu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Siódmy poziom konspektu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2_Układ niestandardowy">
    <p:bg>
      <p:bgPr>
        <a:blipFill rotWithShape="0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Dowolny kształt 6"/>
          <p:cNvSpPr/>
          <p:nvPr/>
        </p:nvSpPr>
        <p:spPr>
          <a:xfrm>
            <a:off x="-9360" y="-7920"/>
            <a:ext cx="9162720" cy="1041120"/>
          </a:xfrm>
          <a:custGeom>
            <a:avLst/>
            <a:gdLst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l" t="t" r="r" b="b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145" name="Dowolny kształt 7"/>
          <p:cNvSpPr/>
          <p:nvPr/>
        </p:nvSpPr>
        <p:spPr>
          <a:xfrm>
            <a:off x="4381560" y="-7920"/>
            <a:ext cx="4762080" cy="637920"/>
          </a:xfrm>
          <a:custGeom>
            <a:avLst/>
            <a:gdLst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l" t="t" r="r" b="b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grpSp>
        <p:nvGrpSpPr>
          <p:cNvPr id="152" name="Grupa 1"/>
          <p:cNvGrpSpPr/>
          <p:nvPr/>
        </p:nvGrpSpPr>
        <p:grpSpPr>
          <a:xfrm>
            <a:off x="-29160" y="-15480"/>
            <a:ext cx="9197640" cy="1084680"/>
            <a:chOff x="-29160" y="-15480"/>
            <a:chExt cx="9197640" cy="1084680"/>
          </a:xfrm>
        </p:grpSpPr>
        <p:sp>
          <p:nvSpPr>
            <p:cNvPr id="147" name="Dowolny kształt 11"/>
            <p:cNvSpPr/>
            <p:nvPr/>
          </p:nvSpPr>
          <p:spPr>
            <a:xfrm rot="21435600">
              <a:off x="-18720" y="203040"/>
              <a:ext cx="9162720" cy="647280"/>
            </a:xfrm>
            <a:custGeom>
              <a:avLst/>
              <a:gdLst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48" name="Dowolny kształt 12"/>
            <p:cNvSpPr/>
            <p:nvPr/>
          </p:nvSpPr>
          <p:spPr>
            <a:xfrm rot="21435600">
              <a:off x="-14040" y="276120"/>
              <a:ext cx="9175320" cy="528840"/>
            </a:xfrm>
            <a:custGeom>
              <a:avLst/>
              <a:gdLst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153" name="PlaceHolder 1"/>
          <p:cNvSpPr>
            <a:spLocks noGrp="1"/>
          </p:cNvSpPr>
          <p:nvPr>
            <p:ph type="title"/>
          </p:nvPr>
        </p:nvSpPr>
        <p:spPr>
          <a:xfrm>
            <a:off x="685800" y="463680"/>
            <a:ext cx="7768800" cy="14317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pl-PL" sz="5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Kliknij, aby edytować styl</a:t>
            </a:r>
            <a:endParaRPr lang="en-GB" sz="5000" b="0" u="none" strike="noStrike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sp>
        <p:nvSpPr>
          <p:cNvPr id="154" name="PlaceHolder 2"/>
          <p:cNvSpPr>
            <a:spLocks noGrp="1"/>
          </p:cNvSpPr>
          <p:nvPr>
            <p:ph type="sldNum" idx="39"/>
          </p:nvPr>
        </p:nvSpPr>
        <p:spPr>
          <a:xfrm>
            <a:off x="7924680" y="6356520"/>
            <a:ext cx="76176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def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</a:pPr>
            <a:fld id="{06FB429A-2DC0-4129-A531-97C769AB998D}" type="slidenum">
              <a: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rPr>
              <a:t>‹#›</a:t>
            </a:fld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5" name="PlaceHolder 3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format tekstu konspektu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1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Drugi poziom konspektu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Trzeci poziom konspektu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Czwarty poziom konspektu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Piąty poziom konspektu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Szósty poziom konspektu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Siódmy poziom konspektu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3_Układ niestandardowy">
    <p:bg>
      <p:bgPr>
        <a:blipFill rotWithShape="0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Dowolny kształt 6"/>
          <p:cNvSpPr/>
          <p:nvPr/>
        </p:nvSpPr>
        <p:spPr>
          <a:xfrm>
            <a:off x="-9360" y="-7920"/>
            <a:ext cx="9162720" cy="1041120"/>
          </a:xfrm>
          <a:custGeom>
            <a:avLst/>
            <a:gdLst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l" t="t" r="r" b="b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157" name="Dowolny kształt 7"/>
          <p:cNvSpPr/>
          <p:nvPr/>
        </p:nvSpPr>
        <p:spPr>
          <a:xfrm>
            <a:off x="4381560" y="-7920"/>
            <a:ext cx="4762080" cy="637920"/>
          </a:xfrm>
          <a:custGeom>
            <a:avLst/>
            <a:gdLst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l" t="t" r="r" b="b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grpSp>
        <p:nvGrpSpPr>
          <p:cNvPr id="158" name="Grupa 1"/>
          <p:cNvGrpSpPr/>
          <p:nvPr/>
        </p:nvGrpSpPr>
        <p:grpSpPr>
          <a:xfrm>
            <a:off x="-29160" y="-15480"/>
            <a:ext cx="9197640" cy="1084680"/>
            <a:chOff x="-29160" y="-15480"/>
            <a:chExt cx="9197640" cy="1084680"/>
          </a:xfrm>
        </p:grpSpPr>
        <p:sp>
          <p:nvSpPr>
            <p:cNvPr id="159" name="Dowolny kształt 11"/>
            <p:cNvSpPr/>
            <p:nvPr/>
          </p:nvSpPr>
          <p:spPr>
            <a:xfrm rot="21435600">
              <a:off x="-18720" y="203040"/>
              <a:ext cx="9162720" cy="647280"/>
            </a:xfrm>
            <a:custGeom>
              <a:avLst/>
              <a:gdLst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60" name="Dowolny kształt 12"/>
            <p:cNvSpPr/>
            <p:nvPr/>
          </p:nvSpPr>
          <p:spPr>
            <a:xfrm rot="21435600">
              <a:off x="-14040" y="276120"/>
              <a:ext cx="9175320" cy="528840"/>
            </a:xfrm>
            <a:custGeom>
              <a:avLst/>
              <a:gdLst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161" name="PlaceHolder 1"/>
          <p:cNvSpPr>
            <a:spLocks noGrp="1"/>
          </p:cNvSpPr>
          <p:nvPr>
            <p:ph type="title"/>
          </p:nvPr>
        </p:nvSpPr>
        <p:spPr>
          <a:xfrm>
            <a:off x="685800" y="463680"/>
            <a:ext cx="7768800" cy="14317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pl-PL" sz="5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Kliknij, aby edytować styl</a:t>
            </a:r>
            <a:endParaRPr lang="en-GB" sz="5000" b="0" u="none" strike="noStrike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sp>
        <p:nvSpPr>
          <p:cNvPr id="162" name="PlaceHolder 2"/>
          <p:cNvSpPr>
            <a:spLocks noGrp="1"/>
          </p:cNvSpPr>
          <p:nvPr>
            <p:ph type="sldNum" idx="40"/>
          </p:nvPr>
        </p:nvSpPr>
        <p:spPr>
          <a:xfrm>
            <a:off x="7924680" y="6356520"/>
            <a:ext cx="76176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def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</a:pPr>
            <a:fld id="{C6B69965-4661-4C56-B301-B5A05FF99A88}" type="slidenum">
              <a: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rPr>
              <a:t>‹#›</a:t>
            </a:fld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3" name="PlaceHolder 3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format tekstu konspektu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1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Drugi poziom konspektu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Trzeci poziom konspektu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Czwarty poziom konspektu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Piąty poziom konspektu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Szósty poziom konspektu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Siódmy poziom konspektu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3_Układ niestandardowy">
    <p:bg>
      <p:bgPr>
        <a:blipFill rotWithShape="0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Dowolny kształt 6"/>
          <p:cNvSpPr/>
          <p:nvPr/>
        </p:nvSpPr>
        <p:spPr>
          <a:xfrm>
            <a:off x="-9360" y="-7920"/>
            <a:ext cx="9162720" cy="1041120"/>
          </a:xfrm>
          <a:custGeom>
            <a:avLst/>
            <a:gdLst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l" t="t" r="r" b="b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157" name="Dowolny kształt 7"/>
          <p:cNvSpPr/>
          <p:nvPr/>
        </p:nvSpPr>
        <p:spPr>
          <a:xfrm>
            <a:off x="4381560" y="-7920"/>
            <a:ext cx="4762080" cy="637920"/>
          </a:xfrm>
          <a:custGeom>
            <a:avLst/>
            <a:gdLst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l" t="t" r="r" b="b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grpSp>
        <p:nvGrpSpPr>
          <p:cNvPr id="164" name="Grupa 1"/>
          <p:cNvGrpSpPr/>
          <p:nvPr/>
        </p:nvGrpSpPr>
        <p:grpSpPr>
          <a:xfrm>
            <a:off x="-29160" y="-15480"/>
            <a:ext cx="9197640" cy="1084680"/>
            <a:chOff x="-29160" y="-15480"/>
            <a:chExt cx="9197640" cy="1084680"/>
          </a:xfrm>
        </p:grpSpPr>
        <p:sp>
          <p:nvSpPr>
            <p:cNvPr id="159" name="Dowolny kształt 11"/>
            <p:cNvSpPr/>
            <p:nvPr/>
          </p:nvSpPr>
          <p:spPr>
            <a:xfrm rot="21435600">
              <a:off x="-18720" y="203040"/>
              <a:ext cx="9162720" cy="647280"/>
            </a:xfrm>
            <a:custGeom>
              <a:avLst/>
              <a:gdLst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60" name="Dowolny kształt 12"/>
            <p:cNvSpPr/>
            <p:nvPr/>
          </p:nvSpPr>
          <p:spPr>
            <a:xfrm rot="21435600">
              <a:off x="-14040" y="276120"/>
              <a:ext cx="9175320" cy="528840"/>
            </a:xfrm>
            <a:custGeom>
              <a:avLst/>
              <a:gdLst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165" name="PlaceHolder 1"/>
          <p:cNvSpPr>
            <a:spLocks noGrp="1"/>
          </p:cNvSpPr>
          <p:nvPr>
            <p:ph type="title"/>
          </p:nvPr>
        </p:nvSpPr>
        <p:spPr>
          <a:xfrm>
            <a:off x="685800" y="463680"/>
            <a:ext cx="7768800" cy="14317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pl-PL" sz="5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Kliknij, aby edytować styl</a:t>
            </a:r>
            <a:endParaRPr lang="en-GB" sz="5000" b="0" u="none" strike="noStrike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sp>
        <p:nvSpPr>
          <p:cNvPr id="166" name="PlaceHolder 2"/>
          <p:cNvSpPr>
            <a:spLocks noGrp="1"/>
          </p:cNvSpPr>
          <p:nvPr>
            <p:ph type="sldNum" idx="41"/>
          </p:nvPr>
        </p:nvSpPr>
        <p:spPr>
          <a:xfrm>
            <a:off x="7924680" y="6356520"/>
            <a:ext cx="76176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def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</a:pPr>
            <a:fld id="{A6A304AF-A5D9-4D75-A9EE-68EA0858D785}" type="slidenum">
              <a: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rPr>
              <a:t>‹#›</a:t>
            </a:fld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7" name="PlaceHolder 3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format tekstu konspektu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1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Drugi poziom konspektu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Trzeci poziom konspektu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Czwarty poziom konspektu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Piąty poziom konspektu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Szósty poziom konspektu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Siódmy poziom konspektu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4_Układ niestandardowy">
    <p:bg>
      <p:bgPr>
        <a:blipFill rotWithShape="0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Dowolny kształt 6"/>
          <p:cNvSpPr/>
          <p:nvPr/>
        </p:nvSpPr>
        <p:spPr>
          <a:xfrm>
            <a:off x="-9360" y="-7920"/>
            <a:ext cx="9162720" cy="1041120"/>
          </a:xfrm>
          <a:custGeom>
            <a:avLst/>
            <a:gdLst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l" t="t" r="r" b="b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169" name="Dowolny kształt 7"/>
          <p:cNvSpPr/>
          <p:nvPr/>
        </p:nvSpPr>
        <p:spPr>
          <a:xfrm>
            <a:off x="4381560" y="-7920"/>
            <a:ext cx="4762080" cy="637920"/>
          </a:xfrm>
          <a:custGeom>
            <a:avLst/>
            <a:gdLst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l" t="t" r="r" b="b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grpSp>
        <p:nvGrpSpPr>
          <p:cNvPr id="170" name="Grupa 1"/>
          <p:cNvGrpSpPr/>
          <p:nvPr/>
        </p:nvGrpSpPr>
        <p:grpSpPr>
          <a:xfrm>
            <a:off x="-29160" y="-15480"/>
            <a:ext cx="9197640" cy="1084680"/>
            <a:chOff x="-29160" y="-15480"/>
            <a:chExt cx="9197640" cy="1084680"/>
          </a:xfrm>
        </p:grpSpPr>
        <p:sp>
          <p:nvSpPr>
            <p:cNvPr id="171" name="Dowolny kształt 11"/>
            <p:cNvSpPr/>
            <p:nvPr/>
          </p:nvSpPr>
          <p:spPr>
            <a:xfrm rot="21435600">
              <a:off x="-18720" y="203040"/>
              <a:ext cx="9162720" cy="647280"/>
            </a:xfrm>
            <a:custGeom>
              <a:avLst/>
              <a:gdLst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72" name="Dowolny kształt 12"/>
            <p:cNvSpPr/>
            <p:nvPr/>
          </p:nvSpPr>
          <p:spPr>
            <a:xfrm rot="21435600">
              <a:off x="-14040" y="276120"/>
              <a:ext cx="9175320" cy="528840"/>
            </a:xfrm>
            <a:custGeom>
              <a:avLst/>
              <a:gdLst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685800" y="463680"/>
            <a:ext cx="7768800" cy="14317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pl-PL" sz="5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Kliknij, aby edytować styl</a:t>
            </a:r>
            <a:endParaRPr lang="en-GB" sz="5000" b="0" u="none" strike="noStrike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sp>
        <p:nvSpPr>
          <p:cNvPr id="174" name="PlaceHolder 2"/>
          <p:cNvSpPr>
            <a:spLocks noGrp="1"/>
          </p:cNvSpPr>
          <p:nvPr>
            <p:ph type="sldNum" idx="42"/>
          </p:nvPr>
        </p:nvSpPr>
        <p:spPr>
          <a:xfrm>
            <a:off x="7924680" y="6356520"/>
            <a:ext cx="76176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def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</a:pPr>
            <a:fld id="{8E8333B0-7001-4AB8-9592-CCCDC0F35ABF}" type="slidenum">
              <a: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rPr>
              <a:t>‹#›</a:t>
            </a:fld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5" name="PlaceHolder 3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format tekstu konspektu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1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Drugi poziom konspektu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Trzeci poziom konspektu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Czwarty poziom konspektu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Piąty poziom konspektu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Szósty poziom konspektu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Siódmy poziom konspektu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4_Układ niestandardowy">
    <p:bg>
      <p:bgPr>
        <a:blipFill rotWithShape="0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Dowolny kształt 6"/>
          <p:cNvSpPr/>
          <p:nvPr/>
        </p:nvSpPr>
        <p:spPr>
          <a:xfrm>
            <a:off x="-9360" y="-7920"/>
            <a:ext cx="9162720" cy="1041120"/>
          </a:xfrm>
          <a:custGeom>
            <a:avLst/>
            <a:gdLst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l" t="t" r="r" b="b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169" name="Dowolny kształt 7"/>
          <p:cNvSpPr/>
          <p:nvPr/>
        </p:nvSpPr>
        <p:spPr>
          <a:xfrm>
            <a:off x="4381560" y="-7920"/>
            <a:ext cx="4762080" cy="637920"/>
          </a:xfrm>
          <a:custGeom>
            <a:avLst/>
            <a:gdLst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l" t="t" r="r" b="b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grpSp>
        <p:nvGrpSpPr>
          <p:cNvPr id="176" name="Grupa 1"/>
          <p:cNvGrpSpPr/>
          <p:nvPr/>
        </p:nvGrpSpPr>
        <p:grpSpPr>
          <a:xfrm>
            <a:off x="-29160" y="-15480"/>
            <a:ext cx="9197640" cy="1084680"/>
            <a:chOff x="-29160" y="-15480"/>
            <a:chExt cx="9197640" cy="1084680"/>
          </a:xfrm>
        </p:grpSpPr>
        <p:sp>
          <p:nvSpPr>
            <p:cNvPr id="171" name="Dowolny kształt 11"/>
            <p:cNvSpPr/>
            <p:nvPr/>
          </p:nvSpPr>
          <p:spPr>
            <a:xfrm rot="21435600">
              <a:off x="-18720" y="203040"/>
              <a:ext cx="9162720" cy="647280"/>
            </a:xfrm>
            <a:custGeom>
              <a:avLst/>
              <a:gdLst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72" name="Dowolny kształt 12"/>
            <p:cNvSpPr/>
            <p:nvPr/>
          </p:nvSpPr>
          <p:spPr>
            <a:xfrm rot="21435600">
              <a:off x="-14040" y="276120"/>
              <a:ext cx="9175320" cy="528840"/>
            </a:xfrm>
            <a:custGeom>
              <a:avLst/>
              <a:gdLst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177" name="PlaceHolder 1"/>
          <p:cNvSpPr>
            <a:spLocks noGrp="1"/>
          </p:cNvSpPr>
          <p:nvPr>
            <p:ph type="title"/>
          </p:nvPr>
        </p:nvSpPr>
        <p:spPr>
          <a:xfrm>
            <a:off x="685800" y="463680"/>
            <a:ext cx="7768800" cy="14317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pl-PL" sz="5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Kliknij, aby edytować styl</a:t>
            </a:r>
            <a:endParaRPr lang="en-GB" sz="5000" b="0" u="none" strike="noStrike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sp>
        <p:nvSpPr>
          <p:cNvPr id="178" name="PlaceHolder 2"/>
          <p:cNvSpPr>
            <a:spLocks noGrp="1"/>
          </p:cNvSpPr>
          <p:nvPr>
            <p:ph type="sldNum" idx="43"/>
          </p:nvPr>
        </p:nvSpPr>
        <p:spPr>
          <a:xfrm>
            <a:off x="7924680" y="6356520"/>
            <a:ext cx="76176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def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</a:pPr>
            <a:fld id="{846B3DFD-7F1D-49E4-9040-F3951392FCE5}" type="slidenum">
              <a: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rPr>
              <a:t>‹#›</a:t>
            </a:fld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9" name="PlaceHolder 3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format tekstu konspektu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1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Drugi poziom konspektu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Trzeci poziom konspektu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Czwarty poziom konspektu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Piąty poziom konspektu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Szósty poziom konspektu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Siódmy poziom konspektu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5_Układ niestandardowy">
    <p:bg>
      <p:bgPr>
        <a:blipFill rotWithShape="0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Dowolny kształt 6"/>
          <p:cNvSpPr/>
          <p:nvPr/>
        </p:nvSpPr>
        <p:spPr>
          <a:xfrm>
            <a:off x="-9360" y="-7920"/>
            <a:ext cx="9162720" cy="1041120"/>
          </a:xfrm>
          <a:custGeom>
            <a:avLst/>
            <a:gdLst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l" t="t" r="r" b="b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181" name="Dowolny kształt 7"/>
          <p:cNvSpPr/>
          <p:nvPr/>
        </p:nvSpPr>
        <p:spPr>
          <a:xfrm>
            <a:off x="4381560" y="-7920"/>
            <a:ext cx="4762080" cy="637920"/>
          </a:xfrm>
          <a:custGeom>
            <a:avLst/>
            <a:gdLst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l" t="t" r="r" b="b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grpSp>
        <p:nvGrpSpPr>
          <p:cNvPr id="182" name="Grupa 1"/>
          <p:cNvGrpSpPr/>
          <p:nvPr/>
        </p:nvGrpSpPr>
        <p:grpSpPr>
          <a:xfrm>
            <a:off x="-29160" y="-15480"/>
            <a:ext cx="9197640" cy="1084680"/>
            <a:chOff x="-29160" y="-15480"/>
            <a:chExt cx="9197640" cy="1084680"/>
          </a:xfrm>
        </p:grpSpPr>
        <p:sp>
          <p:nvSpPr>
            <p:cNvPr id="183" name="Dowolny kształt 11"/>
            <p:cNvSpPr/>
            <p:nvPr/>
          </p:nvSpPr>
          <p:spPr>
            <a:xfrm rot="21435600">
              <a:off x="-18720" y="203040"/>
              <a:ext cx="9162720" cy="647280"/>
            </a:xfrm>
            <a:custGeom>
              <a:avLst/>
              <a:gdLst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84" name="Dowolny kształt 12"/>
            <p:cNvSpPr/>
            <p:nvPr/>
          </p:nvSpPr>
          <p:spPr>
            <a:xfrm rot="21435600">
              <a:off x="-14040" y="276120"/>
              <a:ext cx="9175320" cy="528840"/>
            </a:xfrm>
            <a:custGeom>
              <a:avLst/>
              <a:gdLst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185" name="PlaceHolder 1"/>
          <p:cNvSpPr>
            <a:spLocks noGrp="1"/>
          </p:cNvSpPr>
          <p:nvPr>
            <p:ph type="title"/>
          </p:nvPr>
        </p:nvSpPr>
        <p:spPr>
          <a:xfrm>
            <a:off x="685800" y="463680"/>
            <a:ext cx="7768800" cy="14317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pl-PL" sz="5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Kliknij, aby edytować styl</a:t>
            </a:r>
            <a:endParaRPr lang="en-GB" sz="5000" b="0" u="none" strike="noStrike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sp>
        <p:nvSpPr>
          <p:cNvPr id="186" name="PlaceHolder 2"/>
          <p:cNvSpPr>
            <a:spLocks noGrp="1"/>
          </p:cNvSpPr>
          <p:nvPr>
            <p:ph type="sldNum" idx="44"/>
          </p:nvPr>
        </p:nvSpPr>
        <p:spPr>
          <a:xfrm>
            <a:off x="7924680" y="6356520"/>
            <a:ext cx="76176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def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</a:pPr>
            <a:fld id="{985CBD58-B937-4BA9-A929-0A3E39E83EDF}" type="slidenum">
              <a: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rPr>
              <a:t>‹#›</a:t>
            </a:fld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7" name="PlaceHolder 3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format tekstu konspektu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1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Drugi poziom konspektu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Trzeci poziom konspektu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Czwarty poziom konspektu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Piąty poziom konspektu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Szósty poziom konspektu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Siódmy poziom konspektu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5_Układ niestandardowy">
    <p:bg>
      <p:bgPr>
        <a:blipFill rotWithShape="0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Dowolny kształt 6"/>
          <p:cNvSpPr/>
          <p:nvPr/>
        </p:nvSpPr>
        <p:spPr>
          <a:xfrm>
            <a:off x="-9360" y="-7920"/>
            <a:ext cx="9162720" cy="1041120"/>
          </a:xfrm>
          <a:custGeom>
            <a:avLst/>
            <a:gdLst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l" t="t" r="r" b="b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181" name="Dowolny kształt 7"/>
          <p:cNvSpPr/>
          <p:nvPr/>
        </p:nvSpPr>
        <p:spPr>
          <a:xfrm>
            <a:off x="4381560" y="-7920"/>
            <a:ext cx="4762080" cy="637920"/>
          </a:xfrm>
          <a:custGeom>
            <a:avLst/>
            <a:gdLst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l" t="t" r="r" b="b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grpSp>
        <p:nvGrpSpPr>
          <p:cNvPr id="188" name="Grupa 1"/>
          <p:cNvGrpSpPr/>
          <p:nvPr/>
        </p:nvGrpSpPr>
        <p:grpSpPr>
          <a:xfrm>
            <a:off x="-29160" y="-15480"/>
            <a:ext cx="9197640" cy="1084680"/>
            <a:chOff x="-29160" y="-15480"/>
            <a:chExt cx="9197640" cy="1084680"/>
          </a:xfrm>
        </p:grpSpPr>
        <p:sp>
          <p:nvSpPr>
            <p:cNvPr id="183" name="Dowolny kształt 11"/>
            <p:cNvSpPr/>
            <p:nvPr/>
          </p:nvSpPr>
          <p:spPr>
            <a:xfrm rot="21435600">
              <a:off x="-18720" y="203040"/>
              <a:ext cx="9162720" cy="647280"/>
            </a:xfrm>
            <a:custGeom>
              <a:avLst/>
              <a:gdLst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84" name="Dowolny kształt 12"/>
            <p:cNvSpPr/>
            <p:nvPr/>
          </p:nvSpPr>
          <p:spPr>
            <a:xfrm rot="21435600">
              <a:off x="-14040" y="276120"/>
              <a:ext cx="9175320" cy="528840"/>
            </a:xfrm>
            <a:custGeom>
              <a:avLst/>
              <a:gdLst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189" name="PlaceHolder 1"/>
          <p:cNvSpPr>
            <a:spLocks noGrp="1"/>
          </p:cNvSpPr>
          <p:nvPr>
            <p:ph type="title"/>
          </p:nvPr>
        </p:nvSpPr>
        <p:spPr>
          <a:xfrm>
            <a:off x="685800" y="463680"/>
            <a:ext cx="7768800" cy="14317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pl-PL" sz="5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Kliknij, aby edytować styl</a:t>
            </a:r>
            <a:endParaRPr lang="en-GB" sz="5000" b="0" u="none" strike="noStrike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sp>
        <p:nvSpPr>
          <p:cNvPr id="190" name="PlaceHolder 2"/>
          <p:cNvSpPr>
            <a:spLocks noGrp="1"/>
          </p:cNvSpPr>
          <p:nvPr>
            <p:ph type="sldNum" idx="45"/>
          </p:nvPr>
        </p:nvSpPr>
        <p:spPr>
          <a:xfrm>
            <a:off x="7924680" y="6356520"/>
            <a:ext cx="76176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def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</a:pPr>
            <a:fld id="{F7A9B138-83D4-45D3-A7E0-0A96CB332725}" type="slidenum">
              <a: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rPr>
              <a:t>‹#›</a:t>
            </a:fld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1" name="PlaceHolder 3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format tekstu konspektu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1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Drugi poziom konspektu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Trzeci poziom konspektu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Czwarty poziom konspektu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Piąty poziom konspektu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Szósty poziom konspektu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Siódmy poziom konspektu</a:t>
            </a: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6_Układ niestandardowy">
    <p:bg>
      <p:bgPr>
        <a:blipFill rotWithShape="0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Dowolny kształt 6"/>
          <p:cNvSpPr/>
          <p:nvPr/>
        </p:nvSpPr>
        <p:spPr>
          <a:xfrm>
            <a:off x="-9360" y="-7920"/>
            <a:ext cx="9162720" cy="1041120"/>
          </a:xfrm>
          <a:custGeom>
            <a:avLst/>
            <a:gdLst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l" t="t" r="r" b="b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193" name="Dowolny kształt 7"/>
          <p:cNvSpPr/>
          <p:nvPr/>
        </p:nvSpPr>
        <p:spPr>
          <a:xfrm>
            <a:off x="4381560" y="-7920"/>
            <a:ext cx="4762080" cy="637920"/>
          </a:xfrm>
          <a:custGeom>
            <a:avLst/>
            <a:gdLst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l" t="t" r="r" b="b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grpSp>
        <p:nvGrpSpPr>
          <p:cNvPr id="194" name="Grupa 1"/>
          <p:cNvGrpSpPr/>
          <p:nvPr/>
        </p:nvGrpSpPr>
        <p:grpSpPr>
          <a:xfrm>
            <a:off x="-29160" y="-15480"/>
            <a:ext cx="9197640" cy="1084680"/>
            <a:chOff x="-29160" y="-15480"/>
            <a:chExt cx="9197640" cy="1084680"/>
          </a:xfrm>
        </p:grpSpPr>
        <p:sp>
          <p:nvSpPr>
            <p:cNvPr id="195" name="Dowolny kształt 11"/>
            <p:cNvSpPr/>
            <p:nvPr/>
          </p:nvSpPr>
          <p:spPr>
            <a:xfrm rot="21435600">
              <a:off x="-18720" y="203040"/>
              <a:ext cx="9162720" cy="647280"/>
            </a:xfrm>
            <a:custGeom>
              <a:avLst/>
              <a:gdLst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96" name="Dowolny kształt 12"/>
            <p:cNvSpPr/>
            <p:nvPr/>
          </p:nvSpPr>
          <p:spPr>
            <a:xfrm rot="21435600">
              <a:off x="-14040" y="276120"/>
              <a:ext cx="9175320" cy="528840"/>
            </a:xfrm>
            <a:custGeom>
              <a:avLst/>
              <a:gdLst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197" name="PlaceHolder 1"/>
          <p:cNvSpPr>
            <a:spLocks noGrp="1"/>
          </p:cNvSpPr>
          <p:nvPr>
            <p:ph type="title"/>
          </p:nvPr>
        </p:nvSpPr>
        <p:spPr>
          <a:xfrm>
            <a:off x="685800" y="463680"/>
            <a:ext cx="7768800" cy="14317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pl-PL" sz="5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Kliknij, aby edytować styl</a:t>
            </a:r>
            <a:endParaRPr lang="en-GB" sz="5000" b="0" u="none" strike="noStrike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sp>
        <p:nvSpPr>
          <p:cNvPr id="198" name="PlaceHolder 2"/>
          <p:cNvSpPr>
            <a:spLocks noGrp="1"/>
          </p:cNvSpPr>
          <p:nvPr>
            <p:ph type="sldNum" idx="46"/>
          </p:nvPr>
        </p:nvSpPr>
        <p:spPr>
          <a:xfrm>
            <a:off x="7924680" y="6356520"/>
            <a:ext cx="76176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def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</a:pPr>
            <a:fld id="{0C2AD060-149C-4CA3-AE0D-F17383EE6658}" type="slidenum">
              <a: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rPr>
              <a:t>‹#›</a:t>
            </a:fld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9" name="PlaceHolder 3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format tekstu konspektu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1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Drugi poziom konspektu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Trzeci poziom konspektu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Czwarty poziom konspektu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Piąty poziom konspektu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Szósty poziom konspektu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Siódmy poziom konspektu</a:t>
            </a: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6_Układ niestandardowy">
    <p:bg>
      <p:bgPr>
        <a:blipFill rotWithShape="0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Dowolny kształt 6"/>
          <p:cNvSpPr/>
          <p:nvPr/>
        </p:nvSpPr>
        <p:spPr>
          <a:xfrm>
            <a:off x="-9360" y="-7920"/>
            <a:ext cx="9162720" cy="1041120"/>
          </a:xfrm>
          <a:custGeom>
            <a:avLst/>
            <a:gdLst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l" t="t" r="r" b="b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193" name="Dowolny kształt 7"/>
          <p:cNvSpPr/>
          <p:nvPr/>
        </p:nvSpPr>
        <p:spPr>
          <a:xfrm>
            <a:off x="4381560" y="-7920"/>
            <a:ext cx="4762080" cy="637920"/>
          </a:xfrm>
          <a:custGeom>
            <a:avLst/>
            <a:gdLst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l" t="t" r="r" b="b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grpSp>
        <p:nvGrpSpPr>
          <p:cNvPr id="200" name="Grupa 1"/>
          <p:cNvGrpSpPr/>
          <p:nvPr/>
        </p:nvGrpSpPr>
        <p:grpSpPr>
          <a:xfrm>
            <a:off x="-29160" y="-15480"/>
            <a:ext cx="9197640" cy="1084680"/>
            <a:chOff x="-29160" y="-15480"/>
            <a:chExt cx="9197640" cy="1084680"/>
          </a:xfrm>
        </p:grpSpPr>
        <p:sp>
          <p:nvSpPr>
            <p:cNvPr id="195" name="Dowolny kształt 11"/>
            <p:cNvSpPr/>
            <p:nvPr/>
          </p:nvSpPr>
          <p:spPr>
            <a:xfrm rot="21435600">
              <a:off x="-18720" y="203040"/>
              <a:ext cx="9162720" cy="647280"/>
            </a:xfrm>
            <a:custGeom>
              <a:avLst/>
              <a:gdLst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96" name="Dowolny kształt 12"/>
            <p:cNvSpPr/>
            <p:nvPr/>
          </p:nvSpPr>
          <p:spPr>
            <a:xfrm rot="21435600">
              <a:off x="-14040" y="276120"/>
              <a:ext cx="9175320" cy="528840"/>
            </a:xfrm>
            <a:custGeom>
              <a:avLst/>
              <a:gdLst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201" name="PlaceHolder 1"/>
          <p:cNvSpPr>
            <a:spLocks noGrp="1"/>
          </p:cNvSpPr>
          <p:nvPr>
            <p:ph type="title"/>
          </p:nvPr>
        </p:nvSpPr>
        <p:spPr>
          <a:xfrm>
            <a:off x="685800" y="463680"/>
            <a:ext cx="7768800" cy="14317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pl-PL" sz="5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Kliknij, aby edytować styl</a:t>
            </a:r>
            <a:endParaRPr lang="en-GB" sz="5000" b="0" u="none" strike="noStrike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sp>
        <p:nvSpPr>
          <p:cNvPr id="202" name="PlaceHolder 2"/>
          <p:cNvSpPr>
            <a:spLocks noGrp="1"/>
          </p:cNvSpPr>
          <p:nvPr>
            <p:ph type="sldNum" idx="47"/>
          </p:nvPr>
        </p:nvSpPr>
        <p:spPr>
          <a:xfrm>
            <a:off x="7924680" y="6356520"/>
            <a:ext cx="76176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def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</a:pPr>
            <a:fld id="{C00D25B9-1290-4054-AF13-E154923E5E91}" type="slidenum">
              <a: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rPr>
              <a:t>‹#›</a:t>
            </a:fld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3" name="PlaceHolder 3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format tekstu konspektu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1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Drugi poziom konspektu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Trzeci poziom konspektu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Czwarty poziom konspektu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Piąty poziom konspektu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Szósty poziom konspektu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Siódmy poziom konspektu</a:t>
            </a: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7_Układ niestandardowy">
    <p:bg>
      <p:bgPr>
        <a:blipFill rotWithShape="0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Dowolny kształt 6"/>
          <p:cNvSpPr/>
          <p:nvPr/>
        </p:nvSpPr>
        <p:spPr>
          <a:xfrm>
            <a:off x="-9360" y="-7920"/>
            <a:ext cx="9162720" cy="1041120"/>
          </a:xfrm>
          <a:custGeom>
            <a:avLst/>
            <a:gdLst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l" t="t" r="r" b="b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205" name="Dowolny kształt 7"/>
          <p:cNvSpPr/>
          <p:nvPr/>
        </p:nvSpPr>
        <p:spPr>
          <a:xfrm>
            <a:off x="4381560" y="-7920"/>
            <a:ext cx="4762080" cy="637920"/>
          </a:xfrm>
          <a:custGeom>
            <a:avLst/>
            <a:gdLst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l" t="t" r="r" b="b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grpSp>
        <p:nvGrpSpPr>
          <p:cNvPr id="206" name="Grupa 1"/>
          <p:cNvGrpSpPr/>
          <p:nvPr/>
        </p:nvGrpSpPr>
        <p:grpSpPr>
          <a:xfrm>
            <a:off x="-29160" y="-15480"/>
            <a:ext cx="9197640" cy="1084680"/>
            <a:chOff x="-29160" y="-15480"/>
            <a:chExt cx="9197640" cy="1084680"/>
          </a:xfrm>
        </p:grpSpPr>
        <p:sp>
          <p:nvSpPr>
            <p:cNvPr id="207" name="Dowolny kształt 11"/>
            <p:cNvSpPr/>
            <p:nvPr/>
          </p:nvSpPr>
          <p:spPr>
            <a:xfrm rot="21435600">
              <a:off x="-18720" y="203040"/>
              <a:ext cx="9162720" cy="647280"/>
            </a:xfrm>
            <a:custGeom>
              <a:avLst/>
              <a:gdLst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208" name="Dowolny kształt 12"/>
            <p:cNvSpPr/>
            <p:nvPr/>
          </p:nvSpPr>
          <p:spPr>
            <a:xfrm rot="21435600">
              <a:off x="-14040" y="276120"/>
              <a:ext cx="9175320" cy="528840"/>
            </a:xfrm>
            <a:custGeom>
              <a:avLst/>
              <a:gdLst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209" name="PlaceHolder 1"/>
          <p:cNvSpPr>
            <a:spLocks noGrp="1"/>
          </p:cNvSpPr>
          <p:nvPr>
            <p:ph type="title"/>
          </p:nvPr>
        </p:nvSpPr>
        <p:spPr>
          <a:xfrm>
            <a:off x="685800" y="463680"/>
            <a:ext cx="7768800" cy="14317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pl-PL" sz="5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Kliknij, aby edytować styl</a:t>
            </a:r>
            <a:endParaRPr lang="en-GB" sz="5000" b="0" u="none" strike="noStrike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sp>
        <p:nvSpPr>
          <p:cNvPr id="210" name="PlaceHolder 2"/>
          <p:cNvSpPr>
            <a:spLocks noGrp="1"/>
          </p:cNvSpPr>
          <p:nvPr>
            <p:ph type="sldNum" idx="48"/>
          </p:nvPr>
        </p:nvSpPr>
        <p:spPr>
          <a:xfrm>
            <a:off x="7924680" y="6356520"/>
            <a:ext cx="76176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def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</a:pPr>
            <a:fld id="{D0498274-CF3B-4005-9018-A22B45E57C5B}" type="slidenum">
              <a: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rPr>
              <a:t>‹#›</a:t>
            </a:fld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1" name="PlaceHolder 3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format tekstu konspektu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1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Drugi poziom konspektu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Trzeci poziom konspektu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Czwarty poziom konspektu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Piąty poziom konspektu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Szósty poziom konspektu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Siódmy poziom konspektu</a:t>
            </a: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7_Układ niestandardowy">
    <p:bg>
      <p:bgPr>
        <a:blipFill rotWithShape="0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Dowolny kształt 6"/>
          <p:cNvSpPr/>
          <p:nvPr/>
        </p:nvSpPr>
        <p:spPr>
          <a:xfrm>
            <a:off x="-9360" y="-7920"/>
            <a:ext cx="9162720" cy="1041120"/>
          </a:xfrm>
          <a:custGeom>
            <a:avLst/>
            <a:gdLst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l" t="t" r="r" b="b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205" name="Dowolny kształt 7"/>
          <p:cNvSpPr/>
          <p:nvPr/>
        </p:nvSpPr>
        <p:spPr>
          <a:xfrm>
            <a:off x="4381560" y="-7920"/>
            <a:ext cx="4762080" cy="637920"/>
          </a:xfrm>
          <a:custGeom>
            <a:avLst/>
            <a:gdLst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l" t="t" r="r" b="b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grpSp>
        <p:nvGrpSpPr>
          <p:cNvPr id="212" name="Grupa 1"/>
          <p:cNvGrpSpPr/>
          <p:nvPr/>
        </p:nvGrpSpPr>
        <p:grpSpPr>
          <a:xfrm>
            <a:off x="-29160" y="-15480"/>
            <a:ext cx="9197640" cy="1084680"/>
            <a:chOff x="-29160" y="-15480"/>
            <a:chExt cx="9197640" cy="1084680"/>
          </a:xfrm>
        </p:grpSpPr>
        <p:sp>
          <p:nvSpPr>
            <p:cNvPr id="207" name="Dowolny kształt 11"/>
            <p:cNvSpPr/>
            <p:nvPr/>
          </p:nvSpPr>
          <p:spPr>
            <a:xfrm rot="21435600">
              <a:off x="-18720" y="203040"/>
              <a:ext cx="9162720" cy="647280"/>
            </a:xfrm>
            <a:custGeom>
              <a:avLst/>
              <a:gdLst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208" name="Dowolny kształt 12"/>
            <p:cNvSpPr/>
            <p:nvPr/>
          </p:nvSpPr>
          <p:spPr>
            <a:xfrm rot="21435600">
              <a:off x="-14040" y="276120"/>
              <a:ext cx="9175320" cy="528840"/>
            </a:xfrm>
            <a:custGeom>
              <a:avLst/>
              <a:gdLst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213" name="PlaceHolder 1"/>
          <p:cNvSpPr>
            <a:spLocks noGrp="1"/>
          </p:cNvSpPr>
          <p:nvPr>
            <p:ph type="title"/>
          </p:nvPr>
        </p:nvSpPr>
        <p:spPr>
          <a:xfrm>
            <a:off x="685800" y="463680"/>
            <a:ext cx="7768800" cy="14317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pl-PL" sz="5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Kliknij, aby edytować styl</a:t>
            </a:r>
            <a:endParaRPr lang="en-GB" sz="5000" b="0" u="none" strike="noStrike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sp>
        <p:nvSpPr>
          <p:cNvPr id="214" name="PlaceHolder 2"/>
          <p:cNvSpPr>
            <a:spLocks noGrp="1"/>
          </p:cNvSpPr>
          <p:nvPr>
            <p:ph type="sldNum" idx="49"/>
          </p:nvPr>
        </p:nvSpPr>
        <p:spPr>
          <a:xfrm>
            <a:off x="7924680" y="6356520"/>
            <a:ext cx="76176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def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</a:pPr>
            <a:fld id="{9312D17C-BFFB-4A82-8490-2896834027AC}" type="slidenum">
              <a: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rPr>
              <a:t>‹#›</a:t>
            </a:fld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5" name="PlaceHolder 3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format tekstu konspektu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1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Drugi poziom konspektu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Trzeci poziom konspektu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Czwarty poziom konspektu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Piąty poziom konspektu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Szósty poziom konspektu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Siódmy poziom konspektu</a:t>
            </a: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8_Układ niestandardowy">
    <p:bg>
      <p:bgPr>
        <a:blipFill rotWithShape="0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Dowolny kształt 6"/>
          <p:cNvSpPr/>
          <p:nvPr/>
        </p:nvSpPr>
        <p:spPr>
          <a:xfrm>
            <a:off x="-9360" y="-7920"/>
            <a:ext cx="9162720" cy="1041120"/>
          </a:xfrm>
          <a:custGeom>
            <a:avLst/>
            <a:gdLst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l" t="t" r="r" b="b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217" name="Dowolny kształt 7"/>
          <p:cNvSpPr/>
          <p:nvPr/>
        </p:nvSpPr>
        <p:spPr>
          <a:xfrm>
            <a:off x="4381560" y="-7920"/>
            <a:ext cx="4762080" cy="637920"/>
          </a:xfrm>
          <a:custGeom>
            <a:avLst/>
            <a:gdLst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l" t="t" r="r" b="b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grpSp>
        <p:nvGrpSpPr>
          <p:cNvPr id="218" name="Grupa 1"/>
          <p:cNvGrpSpPr/>
          <p:nvPr/>
        </p:nvGrpSpPr>
        <p:grpSpPr>
          <a:xfrm>
            <a:off x="-29160" y="-15480"/>
            <a:ext cx="9197640" cy="1084680"/>
            <a:chOff x="-29160" y="-15480"/>
            <a:chExt cx="9197640" cy="1084680"/>
          </a:xfrm>
        </p:grpSpPr>
        <p:sp>
          <p:nvSpPr>
            <p:cNvPr id="219" name="Dowolny kształt 11"/>
            <p:cNvSpPr/>
            <p:nvPr/>
          </p:nvSpPr>
          <p:spPr>
            <a:xfrm rot="21435600">
              <a:off x="-18720" y="203040"/>
              <a:ext cx="9162720" cy="647280"/>
            </a:xfrm>
            <a:custGeom>
              <a:avLst/>
              <a:gdLst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220" name="Dowolny kształt 12"/>
            <p:cNvSpPr/>
            <p:nvPr/>
          </p:nvSpPr>
          <p:spPr>
            <a:xfrm rot="21435600">
              <a:off x="-14040" y="276120"/>
              <a:ext cx="9175320" cy="528840"/>
            </a:xfrm>
            <a:custGeom>
              <a:avLst/>
              <a:gdLst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221" name="PlaceHolder 1"/>
          <p:cNvSpPr>
            <a:spLocks noGrp="1"/>
          </p:cNvSpPr>
          <p:nvPr>
            <p:ph type="title"/>
          </p:nvPr>
        </p:nvSpPr>
        <p:spPr>
          <a:xfrm>
            <a:off x="685800" y="463680"/>
            <a:ext cx="7768800" cy="14317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pl-PL" sz="5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Kliknij, aby edytować styl</a:t>
            </a:r>
            <a:endParaRPr lang="en-GB" sz="5000" b="0" u="none" strike="noStrike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sp>
        <p:nvSpPr>
          <p:cNvPr id="222" name="PlaceHolder 2"/>
          <p:cNvSpPr>
            <a:spLocks noGrp="1"/>
          </p:cNvSpPr>
          <p:nvPr>
            <p:ph type="sldNum" idx="50"/>
          </p:nvPr>
        </p:nvSpPr>
        <p:spPr>
          <a:xfrm>
            <a:off x="7924680" y="6356520"/>
            <a:ext cx="76176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def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</a:pPr>
            <a:fld id="{F6BAC143-0DFA-4513-84C6-72ABC5995CD9}" type="slidenum">
              <a: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rPr>
              <a:t>‹#›</a:t>
            </a:fld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3" name="PlaceHolder 3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format tekstu konspektu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1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Drugi poziom konspektu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Trzeci poziom konspektu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Czwarty poziom konspektu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Piąty poziom konspektu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Szósty poziom konspektu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Siódmy poziom konspektu</a:t>
            </a: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8_Układ niestandardowy">
    <p:bg>
      <p:bgPr>
        <a:blipFill rotWithShape="0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Dowolny kształt 6"/>
          <p:cNvSpPr/>
          <p:nvPr/>
        </p:nvSpPr>
        <p:spPr>
          <a:xfrm>
            <a:off x="-9360" y="-7920"/>
            <a:ext cx="9162720" cy="1041120"/>
          </a:xfrm>
          <a:custGeom>
            <a:avLst/>
            <a:gdLst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l" t="t" r="r" b="b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217" name="Dowolny kształt 7"/>
          <p:cNvSpPr/>
          <p:nvPr/>
        </p:nvSpPr>
        <p:spPr>
          <a:xfrm>
            <a:off x="4381560" y="-7920"/>
            <a:ext cx="4762080" cy="637920"/>
          </a:xfrm>
          <a:custGeom>
            <a:avLst/>
            <a:gdLst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l" t="t" r="r" b="b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grpSp>
        <p:nvGrpSpPr>
          <p:cNvPr id="224" name="Grupa 1"/>
          <p:cNvGrpSpPr/>
          <p:nvPr/>
        </p:nvGrpSpPr>
        <p:grpSpPr>
          <a:xfrm>
            <a:off x="-29160" y="-15480"/>
            <a:ext cx="9197640" cy="1084680"/>
            <a:chOff x="-29160" y="-15480"/>
            <a:chExt cx="9197640" cy="1084680"/>
          </a:xfrm>
        </p:grpSpPr>
        <p:sp>
          <p:nvSpPr>
            <p:cNvPr id="219" name="Dowolny kształt 11"/>
            <p:cNvSpPr/>
            <p:nvPr/>
          </p:nvSpPr>
          <p:spPr>
            <a:xfrm rot="21435600">
              <a:off x="-18720" y="203040"/>
              <a:ext cx="9162720" cy="647280"/>
            </a:xfrm>
            <a:custGeom>
              <a:avLst/>
              <a:gdLst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220" name="Dowolny kształt 12"/>
            <p:cNvSpPr/>
            <p:nvPr/>
          </p:nvSpPr>
          <p:spPr>
            <a:xfrm rot="21435600">
              <a:off x="-14040" y="276120"/>
              <a:ext cx="9175320" cy="528840"/>
            </a:xfrm>
            <a:custGeom>
              <a:avLst/>
              <a:gdLst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225" name="PlaceHolder 1"/>
          <p:cNvSpPr>
            <a:spLocks noGrp="1"/>
          </p:cNvSpPr>
          <p:nvPr>
            <p:ph type="title"/>
          </p:nvPr>
        </p:nvSpPr>
        <p:spPr>
          <a:xfrm>
            <a:off x="685800" y="463680"/>
            <a:ext cx="7768800" cy="14317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pl-PL" sz="5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Kliknij, aby edytować styl</a:t>
            </a:r>
            <a:endParaRPr lang="en-GB" sz="5000" b="0" u="none" strike="noStrike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sp>
        <p:nvSpPr>
          <p:cNvPr id="226" name="PlaceHolder 2"/>
          <p:cNvSpPr>
            <a:spLocks noGrp="1"/>
          </p:cNvSpPr>
          <p:nvPr>
            <p:ph type="sldNum" idx="51"/>
          </p:nvPr>
        </p:nvSpPr>
        <p:spPr>
          <a:xfrm>
            <a:off x="7924680" y="6356520"/>
            <a:ext cx="76176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def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</a:pPr>
            <a:fld id="{584988E0-D94E-4CB4-AA56-1AC86B79BA62}" type="slidenum">
              <a: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rPr>
              <a:t>‹#›</a:t>
            </a:fld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7" name="PlaceHolder 3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format tekstu konspektu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1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Drugi poziom konspektu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Trzeci poziom konspektu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Czwarty poziom konspektu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Piąty poziom konspektu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Szósty poziom konspektu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Siódmy poziom konspektu</a:t>
            </a: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9_Układ niestandardowy">
    <p:bg>
      <p:bgPr>
        <a:blipFill rotWithShape="0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Dowolny kształt 6"/>
          <p:cNvSpPr/>
          <p:nvPr/>
        </p:nvSpPr>
        <p:spPr>
          <a:xfrm>
            <a:off x="-9360" y="-7920"/>
            <a:ext cx="9162720" cy="1041120"/>
          </a:xfrm>
          <a:custGeom>
            <a:avLst/>
            <a:gdLst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l" t="t" r="r" b="b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229" name="Dowolny kształt 7"/>
          <p:cNvSpPr/>
          <p:nvPr/>
        </p:nvSpPr>
        <p:spPr>
          <a:xfrm>
            <a:off x="4381560" y="-7920"/>
            <a:ext cx="4762080" cy="637920"/>
          </a:xfrm>
          <a:custGeom>
            <a:avLst/>
            <a:gdLst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l" t="t" r="r" b="b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grpSp>
        <p:nvGrpSpPr>
          <p:cNvPr id="230" name="Grupa 1"/>
          <p:cNvGrpSpPr/>
          <p:nvPr/>
        </p:nvGrpSpPr>
        <p:grpSpPr>
          <a:xfrm>
            <a:off x="-29160" y="-15480"/>
            <a:ext cx="9197640" cy="1084680"/>
            <a:chOff x="-29160" y="-15480"/>
            <a:chExt cx="9197640" cy="1084680"/>
          </a:xfrm>
        </p:grpSpPr>
        <p:sp>
          <p:nvSpPr>
            <p:cNvPr id="231" name="Dowolny kształt 11"/>
            <p:cNvSpPr/>
            <p:nvPr/>
          </p:nvSpPr>
          <p:spPr>
            <a:xfrm rot="21435600">
              <a:off x="-18720" y="203040"/>
              <a:ext cx="9162720" cy="647280"/>
            </a:xfrm>
            <a:custGeom>
              <a:avLst/>
              <a:gdLst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232" name="Dowolny kształt 12"/>
            <p:cNvSpPr/>
            <p:nvPr/>
          </p:nvSpPr>
          <p:spPr>
            <a:xfrm rot="21435600">
              <a:off x="-14040" y="276120"/>
              <a:ext cx="9175320" cy="528840"/>
            </a:xfrm>
            <a:custGeom>
              <a:avLst/>
              <a:gdLst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233" name="PlaceHolder 1"/>
          <p:cNvSpPr>
            <a:spLocks noGrp="1"/>
          </p:cNvSpPr>
          <p:nvPr>
            <p:ph type="title"/>
          </p:nvPr>
        </p:nvSpPr>
        <p:spPr>
          <a:xfrm>
            <a:off x="685800" y="463680"/>
            <a:ext cx="7768800" cy="14317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pl-PL" sz="5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Kliknij, aby edytować styl</a:t>
            </a:r>
            <a:endParaRPr lang="en-GB" sz="5000" b="0" u="none" strike="noStrike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sp>
        <p:nvSpPr>
          <p:cNvPr id="234" name="PlaceHolder 2"/>
          <p:cNvSpPr>
            <a:spLocks noGrp="1"/>
          </p:cNvSpPr>
          <p:nvPr>
            <p:ph type="sldNum" idx="52"/>
          </p:nvPr>
        </p:nvSpPr>
        <p:spPr>
          <a:xfrm>
            <a:off x="7924680" y="6356520"/>
            <a:ext cx="76176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def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</a:pPr>
            <a:fld id="{DEE45F26-128E-4445-BF43-577978415DAC}" type="slidenum">
              <a: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rPr>
              <a:t>‹#›</a:t>
            </a:fld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5" name="PlaceHolder 3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format tekstu konspektu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1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Drugi poziom konspektu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Trzeci poziom konspektu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Czwarty poziom konspektu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Piąty poziom konspektu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Szósty poziom konspektu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Siódmy poziom konspektu</a:t>
            </a: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9_Układ niestandardowy">
    <p:bg>
      <p:bgPr>
        <a:blipFill rotWithShape="0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Dowolny kształt 6"/>
          <p:cNvSpPr/>
          <p:nvPr/>
        </p:nvSpPr>
        <p:spPr>
          <a:xfrm>
            <a:off x="-9360" y="-7920"/>
            <a:ext cx="9162720" cy="1041120"/>
          </a:xfrm>
          <a:custGeom>
            <a:avLst/>
            <a:gdLst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l" t="t" r="r" b="b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229" name="Dowolny kształt 7"/>
          <p:cNvSpPr/>
          <p:nvPr/>
        </p:nvSpPr>
        <p:spPr>
          <a:xfrm>
            <a:off x="4381560" y="-7920"/>
            <a:ext cx="4762080" cy="637920"/>
          </a:xfrm>
          <a:custGeom>
            <a:avLst/>
            <a:gdLst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l" t="t" r="r" b="b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grpSp>
        <p:nvGrpSpPr>
          <p:cNvPr id="236" name="Grupa 1"/>
          <p:cNvGrpSpPr/>
          <p:nvPr/>
        </p:nvGrpSpPr>
        <p:grpSpPr>
          <a:xfrm>
            <a:off x="-29160" y="-15480"/>
            <a:ext cx="9197640" cy="1084680"/>
            <a:chOff x="-29160" y="-15480"/>
            <a:chExt cx="9197640" cy="1084680"/>
          </a:xfrm>
        </p:grpSpPr>
        <p:sp>
          <p:nvSpPr>
            <p:cNvPr id="231" name="Dowolny kształt 11"/>
            <p:cNvSpPr/>
            <p:nvPr/>
          </p:nvSpPr>
          <p:spPr>
            <a:xfrm rot="21435600">
              <a:off x="-18720" y="203040"/>
              <a:ext cx="9162720" cy="647280"/>
            </a:xfrm>
            <a:custGeom>
              <a:avLst/>
              <a:gdLst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232" name="Dowolny kształt 12"/>
            <p:cNvSpPr/>
            <p:nvPr/>
          </p:nvSpPr>
          <p:spPr>
            <a:xfrm rot="21435600">
              <a:off x="-14040" y="276120"/>
              <a:ext cx="9175320" cy="528840"/>
            </a:xfrm>
            <a:custGeom>
              <a:avLst/>
              <a:gdLst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237" name="PlaceHolder 1"/>
          <p:cNvSpPr>
            <a:spLocks noGrp="1"/>
          </p:cNvSpPr>
          <p:nvPr>
            <p:ph type="title"/>
          </p:nvPr>
        </p:nvSpPr>
        <p:spPr>
          <a:xfrm>
            <a:off x="685800" y="463680"/>
            <a:ext cx="7768800" cy="14317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pl-PL" sz="5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Kliknij, aby edytować styl</a:t>
            </a:r>
            <a:endParaRPr lang="en-GB" sz="5000" b="0" u="none" strike="noStrike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sp>
        <p:nvSpPr>
          <p:cNvPr id="238" name="PlaceHolder 2"/>
          <p:cNvSpPr>
            <a:spLocks noGrp="1"/>
          </p:cNvSpPr>
          <p:nvPr>
            <p:ph type="sldNum" idx="53"/>
          </p:nvPr>
        </p:nvSpPr>
        <p:spPr>
          <a:xfrm>
            <a:off x="7924680" y="6356520"/>
            <a:ext cx="76176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def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</a:pPr>
            <a:fld id="{FD89AB9E-34D7-45E6-8446-CAF27CEB3658}" type="slidenum">
              <a: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rPr>
              <a:t>‹#›</a:t>
            </a:fld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9" name="PlaceHolder 3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format tekstu konspektu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1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Drugi poziom konspektu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Trzeci poziom konspektu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Czwarty poziom konspektu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Piąty poziom konspektu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Szósty poziom konspektu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Siódmy poziom konspektu</a:t>
            </a:r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0_Układ niestandardowy">
    <p:bg>
      <p:bgPr>
        <a:blipFill rotWithShape="0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Dowolny kształt 6"/>
          <p:cNvSpPr/>
          <p:nvPr/>
        </p:nvSpPr>
        <p:spPr>
          <a:xfrm>
            <a:off x="-9360" y="-7920"/>
            <a:ext cx="9162720" cy="1041120"/>
          </a:xfrm>
          <a:custGeom>
            <a:avLst/>
            <a:gdLst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l" t="t" r="r" b="b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241" name="Dowolny kształt 7"/>
          <p:cNvSpPr/>
          <p:nvPr/>
        </p:nvSpPr>
        <p:spPr>
          <a:xfrm>
            <a:off x="4381560" y="-7920"/>
            <a:ext cx="4762080" cy="637920"/>
          </a:xfrm>
          <a:custGeom>
            <a:avLst/>
            <a:gdLst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l" t="t" r="r" b="b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grpSp>
        <p:nvGrpSpPr>
          <p:cNvPr id="242" name="Grupa 1"/>
          <p:cNvGrpSpPr/>
          <p:nvPr/>
        </p:nvGrpSpPr>
        <p:grpSpPr>
          <a:xfrm>
            <a:off x="-29160" y="-15480"/>
            <a:ext cx="9197640" cy="1084680"/>
            <a:chOff x="-29160" y="-15480"/>
            <a:chExt cx="9197640" cy="1084680"/>
          </a:xfrm>
        </p:grpSpPr>
        <p:sp>
          <p:nvSpPr>
            <p:cNvPr id="243" name="Dowolny kształt 11"/>
            <p:cNvSpPr/>
            <p:nvPr/>
          </p:nvSpPr>
          <p:spPr>
            <a:xfrm rot="21435600">
              <a:off x="-18720" y="203040"/>
              <a:ext cx="9162720" cy="647280"/>
            </a:xfrm>
            <a:custGeom>
              <a:avLst/>
              <a:gdLst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244" name="Dowolny kształt 12"/>
            <p:cNvSpPr/>
            <p:nvPr/>
          </p:nvSpPr>
          <p:spPr>
            <a:xfrm rot="21435600">
              <a:off x="-14040" y="276120"/>
              <a:ext cx="9175320" cy="528840"/>
            </a:xfrm>
            <a:custGeom>
              <a:avLst/>
              <a:gdLst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245" name="PlaceHolder 1"/>
          <p:cNvSpPr>
            <a:spLocks noGrp="1"/>
          </p:cNvSpPr>
          <p:nvPr>
            <p:ph type="title"/>
          </p:nvPr>
        </p:nvSpPr>
        <p:spPr>
          <a:xfrm>
            <a:off x="685800" y="463680"/>
            <a:ext cx="7768800" cy="14317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pl-PL" sz="5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Kliknij, aby edytować styl</a:t>
            </a:r>
            <a:endParaRPr lang="en-GB" sz="5000" b="0" u="none" strike="noStrike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sp>
        <p:nvSpPr>
          <p:cNvPr id="246" name="PlaceHolder 2"/>
          <p:cNvSpPr>
            <a:spLocks noGrp="1"/>
          </p:cNvSpPr>
          <p:nvPr>
            <p:ph type="sldNum" idx="54"/>
          </p:nvPr>
        </p:nvSpPr>
        <p:spPr>
          <a:xfrm>
            <a:off x="7924680" y="6356520"/>
            <a:ext cx="76176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def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</a:pPr>
            <a:fld id="{24F86862-C8B5-4B59-98FA-D66DF09108B6}" type="slidenum">
              <a: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rPr>
              <a:t>‹#›</a:t>
            </a:fld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7" name="PlaceHolder 3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format tekstu konspektu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1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Drugi poziom konspektu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Trzeci poziom konspektu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Czwarty poziom konspektu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Piąty poziom konspektu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Szósty poziom konspektu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Siódmy poziom konspektu</a:t>
            </a:r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0_Układ niestandardowy">
    <p:bg>
      <p:bgPr>
        <a:blipFill rotWithShape="0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Dowolny kształt 6"/>
          <p:cNvSpPr/>
          <p:nvPr/>
        </p:nvSpPr>
        <p:spPr>
          <a:xfrm>
            <a:off x="-9360" y="-7920"/>
            <a:ext cx="9162720" cy="1041120"/>
          </a:xfrm>
          <a:custGeom>
            <a:avLst/>
            <a:gdLst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l" t="t" r="r" b="b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241" name="Dowolny kształt 7"/>
          <p:cNvSpPr/>
          <p:nvPr/>
        </p:nvSpPr>
        <p:spPr>
          <a:xfrm>
            <a:off x="4381560" y="-7920"/>
            <a:ext cx="4762080" cy="637920"/>
          </a:xfrm>
          <a:custGeom>
            <a:avLst/>
            <a:gdLst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l" t="t" r="r" b="b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grpSp>
        <p:nvGrpSpPr>
          <p:cNvPr id="248" name="Grupa 1"/>
          <p:cNvGrpSpPr/>
          <p:nvPr/>
        </p:nvGrpSpPr>
        <p:grpSpPr>
          <a:xfrm>
            <a:off x="-29160" y="-15480"/>
            <a:ext cx="9197640" cy="1084680"/>
            <a:chOff x="-29160" y="-15480"/>
            <a:chExt cx="9197640" cy="1084680"/>
          </a:xfrm>
        </p:grpSpPr>
        <p:sp>
          <p:nvSpPr>
            <p:cNvPr id="243" name="Dowolny kształt 11"/>
            <p:cNvSpPr/>
            <p:nvPr/>
          </p:nvSpPr>
          <p:spPr>
            <a:xfrm rot="21435600">
              <a:off x="-18720" y="203040"/>
              <a:ext cx="9162720" cy="647280"/>
            </a:xfrm>
            <a:custGeom>
              <a:avLst/>
              <a:gdLst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244" name="Dowolny kształt 12"/>
            <p:cNvSpPr/>
            <p:nvPr/>
          </p:nvSpPr>
          <p:spPr>
            <a:xfrm rot="21435600">
              <a:off x="-14040" y="276120"/>
              <a:ext cx="9175320" cy="528840"/>
            </a:xfrm>
            <a:custGeom>
              <a:avLst/>
              <a:gdLst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249" name="PlaceHolder 1"/>
          <p:cNvSpPr>
            <a:spLocks noGrp="1"/>
          </p:cNvSpPr>
          <p:nvPr>
            <p:ph type="title"/>
          </p:nvPr>
        </p:nvSpPr>
        <p:spPr>
          <a:xfrm>
            <a:off x="685800" y="463680"/>
            <a:ext cx="7768800" cy="14317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pl-PL" sz="5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Kliknij, aby edytować styl</a:t>
            </a:r>
            <a:endParaRPr lang="en-GB" sz="5000" b="0" u="none" strike="noStrike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sp>
        <p:nvSpPr>
          <p:cNvPr id="250" name="PlaceHolder 2"/>
          <p:cNvSpPr>
            <a:spLocks noGrp="1"/>
          </p:cNvSpPr>
          <p:nvPr>
            <p:ph type="sldNum" idx="55"/>
          </p:nvPr>
        </p:nvSpPr>
        <p:spPr>
          <a:xfrm>
            <a:off x="7924680" y="6356520"/>
            <a:ext cx="76176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def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</a:pPr>
            <a:fld id="{B3306CC6-7752-4758-A009-57F3E1D6E796}" type="slidenum">
              <a: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rPr>
              <a:t>‹#›</a:t>
            </a:fld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1" name="PlaceHolder 3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format tekstu konspektu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1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Drugi poziom konspektu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Trzeci poziom konspektu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Czwarty poziom konspektu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Piąty poziom konspektu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Szósty poziom konspektu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Siódmy poziom konspektu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0.xml"/><Relationship Id="rId3" Type="http://schemas.openxmlformats.org/officeDocument/2006/relationships/slideLayout" Target="../slideLayouts/slideLayout5.xml"/><Relationship Id="rId7" Type="http://schemas.openxmlformats.org/officeDocument/2006/relationships/slideLayout" Target="../slideLayouts/slideLayout9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6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3.xml"/><Relationship Id="rId5" Type="http://schemas.openxmlformats.org/officeDocument/2006/relationships/slideLayout" Target="../slideLayouts/slideLayout7.xml"/><Relationship Id="rId10" Type="http://schemas.openxmlformats.org/officeDocument/2006/relationships/slideLayout" Target="../slideLayouts/slideLayout12.xml"/><Relationship Id="rId4" Type="http://schemas.openxmlformats.org/officeDocument/2006/relationships/slideLayout" Target="../slideLayouts/slideLayout6.xml"/><Relationship Id="rId9" Type="http://schemas.openxmlformats.org/officeDocument/2006/relationships/slideLayout" Target="../slideLayouts/slideLayout11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6.xml"/><Relationship Id="rId18" Type="http://schemas.openxmlformats.org/officeDocument/2006/relationships/slideLayout" Target="../slideLayouts/slideLayout31.xml"/><Relationship Id="rId3" Type="http://schemas.openxmlformats.org/officeDocument/2006/relationships/slideLayout" Target="../slideLayouts/slideLayout16.xml"/><Relationship Id="rId21" Type="http://schemas.openxmlformats.org/officeDocument/2006/relationships/theme" Target="../theme/theme3.xml"/><Relationship Id="rId7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5.xml"/><Relationship Id="rId17" Type="http://schemas.openxmlformats.org/officeDocument/2006/relationships/slideLayout" Target="../slideLayouts/slideLayout30.xml"/><Relationship Id="rId2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29.xml"/><Relationship Id="rId20" Type="http://schemas.openxmlformats.org/officeDocument/2006/relationships/slideLayout" Target="../slideLayouts/slideLayout33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5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23.xml"/><Relationship Id="rId19" Type="http://schemas.openxmlformats.org/officeDocument/2006/relationships/slideLayout" Target="../slideLayouts/slideLayout32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Relationship Id="rId14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3" r:id="rId2"/>
    <p:sldLayoutId id="2147483654" r:id="rId3"/>
    <p:sldLayoutId id="2147483655" r:id="rId4"/>
    <p:sldLayoutId id="2147483656" r:id="rId5"/>
    <p:sldLayoutId id="2147483657" r:id="rId6"/>
    <p:sldLayoutId id="2147483658" r:id="rId7"/>
    <p:sldLayoutId id="2147483659" r:id="rId8"/>
    <p:sldLayoutId id="2147483660" r:id="rId9"/>
    <p:sldLayoutId id="2147483661" r:id="rId10"/>
    <p:sldLayoutId id="2147483662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  <p:sldLayoutId id="2147483675" r:id="rId12"/>
    <p:sldLayoutId id="2147483676" r:id="rId13"/>
    <p:sldLayoutId id="2147483677" r:id="rId14"/>
    <p:sldLayoutId id="2147483678" r:id="rId15"/>
    <p:sldLayoutId id="2147483679" r:id="rId16"/>
    <p:sldLayoutId id="2147483680" r:id="rId17"/>
    <p:sldLayoutId id="2147483681" r:id="rId18"/>
    <p:sldLayoutId id="2147483682" r:id="rId19"/>
    <p:sldLayoutId id="2147483683" r:id="rId2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5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5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5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5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5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5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5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5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5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5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5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5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5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Text Box 1"/>
          <p:cNvSpPr/>
          <p:nvPr/>
        </p:nvSpPr>
        <p:spPr>
          <a:xfrm>
            <a:off x="642960" y="928800"/>
            <a:ext cx="7772040" cy="114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49280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</a:tabLst>
            </a:pPr>
            <a:r>
              <a:rPr lang="pl-PL" sz="4400" b="0" u="none" strike="noStrike">
                <a:solidFill>
                  <a:srgbClr val="0B5395"/>
                </a:solidFill>
                <a:effectLst/>
                <a:uFillTx/>
                <a:latin typeface="Calibri"/>
              </a:rPr>
              <a:t>Końcowy p</a:t>
            </a:r>
            <a:r>
              <a:rPr lang="en-GB" sz="4400" b="0" u="none" strike="noStrike">
                <a:solidFill>
                  <a:srgbClr val="0B5395"/>
                </a:solidFill>
                <a:effectLst/>
                <a:uFillTx/>
                <a:latin typeface="Calibri"/>
              </a:rPr>
              <a:t>rzegląd projektu</a:t>
            </a:r>
            <a:endParaRPr lang="pl-PL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 Box 2"/>
          <p:cNvSpPr/>
          <p:nvPr/>
        </p:nvSpPr>
        <p:spPr>
          <a:xfrm>
            <a:off x="571680" y="2428920"/>
            <a:ext cx="8143560" cy="3976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 defTabSz="449280">
              <a:lnSpc>
                <a:spcPct val="100000"/>
              </a:lnSpc>
              <a:spcBef>
                <a:spcPts val="601"/>
              </a:spcBef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</a:tabLst>
            </a:pPr>
            <a:r>
              <a:rPr lang="en-GB" sz="2400" b="0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Nazwa projektu: NOTES  AI</a:t>
            </a:r>
            <a:r>
              <a:rPr lang="pl-PL" sz="2400" b="0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.</a:t>
            </a:r>
            <a:endParaRPr lang="pl-PL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49280">
              <a:lnSpc>
                <a:spcPct val="100000"/>
              </a:lnSpc>
              <a:spcBef>
                <a:spcPts val="601"/>
              </a:spcBef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</a:tabLst>
            </a:pPr>
            <a:endParaRPr lang="pl-PL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49280">
              <a:lnSpc>
                <a:spcPct val="100000"/>
              </a:lnSpc>
              <a:spcBef>
                <a:spcPts val="601"/>
              </a:spcBef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</a:tabLst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Zespół wykonawcy w składzie:</a:t>
            </a:r>
            <a:endParaRPr lang="pl-PL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49280">
              <a:lnSpc>
                <a:spcPct val="100000"/>
              </a:lnSpc>
              <a:spcBef>
                <a:spcPts val="601"/>
              </a:spcBef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</a:tabLst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	</a:t>
            </a:r>
            <a:r>
              <a:rPr lang="pl-PL" sz="2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	</a:t>
            </a: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1. </a:t>
            </a:r>
            <a:r>
              <a:rPr lang="pl-PL" sz="2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Piotr Gugnowski</a:t>
            </a:r>
            <a:endParaRPr lang="pl-PL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49280">
              <a:lnSpc>
                <a:spcPct val="100000"/>
              </a:lnSpc>
              <a:spcBef>
                <a:spcPts val="601"/>
              </a:spcBef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</a:tabLst>
            </a:pPr>
            <a:r>
              <a:rPr lang="pl-PL" sz="2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		2. Adam Dąbkowski</a:t>
            </a:r>
            <a:endParaRPr lang="pl-PL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49280">
              <a:lnSpc>
                <a:spcPct val="100000"/>
              </a:lnSpc>
              <a:spcBef>
                <a:spcPts val="601"/>
              </a:spcBef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</a:tabLst>
            </a:pPr>
            <a:r>
              <a:rPr lang="pl-PL" sz="2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		3. Adrian Cieśla</a:t>
            </a:r>
            <a:endParaRPr lang="pl-PL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49280">
              <a:lnSpc>
                <a:spcPct val="100000"/>
              </a:lnSpc>
              <a:spcBef>
                <a:spcPts val="601"/>
              </a:spcBef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</a:tabLst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	</a:t>
            </a:r>
            <a:endParaRPr lang="pl-PL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Text Box 1"/>
          <p:cNvSpPr/>
          <p:nvPr/>
        </p:nvSpPr>
        <p:spPr>
          <a:xfrm>
            <a:off x="685800" y="609480"/>
            <a:ext cx="7772040" cy="114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49280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</a:tabLst>
            </a:pPr>
            <a:r>
              <a:rPr lang="en-GB" sz="2800" b="0" u="none" strike="noStrike">
                <a:solidFill>
                  <a:srgbClr val="0B5395"/>
                </a:solidFill>
                <a:effectLst/>
                <a:uFillTx/>
                <a:latin typeface="Calibri"/>
              </a:rPr>
              <a:t>Krótka charakterystyka organizacji zamawiającego</a:t>
            </a:r>
            <a:endParaRPr lang="pl-PL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 Box 2"/>
          <p:cNvSpPr/>
          <p:nvPr/>
        </p:nvSpPr>
        <p:spPr>
          <a:xfrm>
            <a:off x="642960" y="1571760"/>
            <a:ext cx="7772040" cy="4298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339840" indent="-339840" defTabSz="44928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Times New Roman"/>
              <a:buChar char="•"/>
              <a:tabLst>
                <a:tab pos="339840" algn="l"/>
                <a:tab pos="787320" algn="l"/>
                <a:tab pos="1236600" algn="l"/>
                <a:tab pos="1685880" algn="l"/>
                <a:tab pos="2135160" algn="l"/>
                <a:tab pos="2584440" algn="l"/>
                <a:tab pos="3033720" algn="l"/>
                <a:tab pos="3483000" algn="l"/>
                <a:tab pos="3932280" algn="l"/>
                <a:tab pos="4381560" algn="l"/>
                <a:tab pos="4830840" algn="l"/>
                <a:tab pos="5280120" algn="l"/>
                <a:tab pos="5729400" algn="l"/>
                <a:tab pos="6178680" algn="l"/>
                <a:tab pos="6627960" algn="l"/>
                <a:tab pos="7077240" algn="l"/>
                <a:tab pos="7526160" algn="l"/>
                <a:tab pos="7975440" algn="l"/>
                <a:tab pos="8424720" algn="l"/>
                <a:tab pos="8874000" algn="l"/>
                <a:tab pos="9323280" algn="l"/>
              </a:tabLst>
            </a:pPr>
            <a:r>
              <a:rPr lang="pl-PL" sz="1600" dirty="0"/>
              <a:t>Rozproszona grupa użytkowników zrzeszona serwerem </a:t>
            </a:r>
            <a:r>
              <a:rPr lang="pl-PL" sz="1600" dirty="0" err="1"/>
              <a:t>discord</a:t>
            </a:r>
            <a:endParaRPr lang="pl-PL" sz="1600" dirty="0"/>
          </a:p>
          <a:p>
            <a:pPr marL="339840" indent="-339840" defTabSz="44928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Times New Roman"/>
              <a:buChar char="•"/>
              <a:tabLst>
                <a:tab pos="339840" algn="l"/>
                <a:tab pos="787320" algn="l"/>
                <a:tab pos="1236600" algn="l"/>
                <a:tab pos="1685880" algn="l"/>
                <a:tab pos="2135160" algn="l"/>
                <a:tab pos="2584440" algn="l"/>
                <a:tab pos="3033720" algn="l"/>
                <a:tab pos="3483000" algn="l"/>
                <a:tab pos="3932280" algn="l"/>
                <a:tab pos="4381560" algn="l"/>
                <a:tab pos="4830840" algn="l"/>
                <a:tab pos="5280120" algn="l"/>
                <a:tab pos="5729400" algn="l"/>
                <a:tab pos="6178680" algn="l"/>
                <a:tab pos="6627960" algn="l"/>
                <a:tab pos="7077240" algn="l"/>
                <a:tab pos="7526160" algn="l"/>
                <a:tab pos="7975440" algn="l"/>
                <a:tab pos="8424720" algn="l"/>
                <a:tab pos="8874000" algn="l"/>
                <a:tab pos="9323280" algn="l"/>
              </a:tabLst>
            </a:pPr>
            <a:r>
              <a:rPr lang="pl-PL" sz="1600" dirty="0"/>
              <a:t>Większość członków tylko doraźnie </a:t>
            </a:r>
            <a:r>
              <a:rPr lang="pl-PL" sz="1600" dirty="0" err="1"/>
              <a:t>zainteresowna</a:t>
            </a:r>
            <a:r>
              <a:rPr lang="pl-PL" sz="1600" dirty="0"/>
              <a:t> rozwojem systemów dla grupy</a:t>
            </a:r>
          </a:p>
          <a:p>
            <a:pPr marL="339840" indent="-339840" defTabSz="44928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Times New Roman"/>
              <a:buChar char="•"/>
              <a:tabLst>
                <a:tab pos="339840" algn="l"/>
                <a:tab pos="787320" algn="l"/>
                <a:tab pos="1236600" algn="l"/>
                <a:tab pos="1685880" algn="l"/>
                <a:tab pos="2135160" algn="l"/>
                <a:tab pos="2584440" algn="l"/>
                <a:tab pos="3033720" algn="l"/>
                <a:tab pos="3483000" algn="l"/>
                <a:tab pos="3932280" algn="l"/>
                <a:tab pos="4381560" algn="l"/>
                <a:tab pos="4830840" algn="l"/>
                <a:tab pos="5280120" algn="l"/>
                <a:tab pos="5729400" algn="l"/>
                <a:tab pos="6178680" algn="l"/>
                <a:tab pos="6627960" algn="l"/>
                <a:tab pos="7077240" algn="l"/>
                <a:tab pos="7526160" algn="l"/>
                <a:tab pos="7975440" algn="l"/>
                <a:tab pos="8424720" algn="l"/>
                <a:tab pos="8874000" algn="l"/>
                <a:tab pos="9323280" algn="l"/>
              </a:tabLst>
            </a:pPr>
            <a:r>
              <a:rPr lang="pl-PL" sz="1600" dirty="0"/>
              <a:t>Głównymi interesariuszami są administratorzy grupy </a:t>
            </a:r>
            <a:r>
              <a:rPr lang="pl-PL" sz="1600" dirty="0" err="1"/>
              <a:t>discrod</a:t>
            </a:r>
            <a:r>
              <a:rPr lang="pl-PL" sz="1600" dirty="0"/>
              <a:t> dbający o jakość doświadczenia członków serwera</a:t>
            </a:r>
          </a:p>
          <a:p>
            <a:pPr marL="339840" indent="-339840" defTabSz="44928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Times New Roman"/>
              <a:buChar char="•"/>
              <a:tabLst>
                <a:tab pos="339840" algn="l"/>
                <a:tab pos="787320" algn="l"/>
                <a:tab pos="1236600" algn="l"/>
                <a:tab pos="1685880" algn="l"/>
                <a:tab pos="2135160" algn="l"/>
                <a:tab pos="2584440" algn="l"/>
                <a:tab pos="3033720" algn="l"/>
                <a:tab pos="3483000" algn="l"/>
                <a:tab pos="3932280" algn="l"/>
                <a:tab pos="4381560" algn="l"/>
                <a:tab pos="4830840" algn="l"/>
                <a:tab pos="5280120" algn="l"/>
                <a:tab pos="5729400" algn="l"/>
                <a:tab pos="6178680" algn="l"/>
                <a:tab pos="6627960" algn="l"/>
                <a:tab pos="7077240" algn="l"/>
                <a:tab pos="7526160" algn="l"/>
                <a:tab pos="7975440" algn="l"/>
                <a:tab pos="8424720" algn="l"/>
                <a:tab pos="8874000" algn="l"/>
                <a:tab pos="9323280" algn="l"/>
              </a:tabLst>
            </a:pPr>
            <a:r>
              <a:rPr lang="pl-PL" sz="1600" dirty="0"/>
              <a:t>Brak sztywnych wymagań co do terminu realizacji</a:t>
            </a:r>
          </a:p>
          <a:p>
            <a:pPr marL="339840" indent="-339840" defTabSz="44928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Times New Roman"/>
              <a:buChar char="•"/>
              <a:tabLst>
                <a:tab pos="339840" algn="l"/>
                <a:tab pos="787320" algn="l"/>
                <a:tab pos="1236600" algn="l"/>
                <a:tab pos="1685880" algn="l"/>
                <a:tab pos="2135160" algn="l"/>
                <a:tab pos="2584440" algn="l"/>
                <a:tab pos="3033720" algn="l"/>
                <a:tab pos="3483000" algn="l"/>
                <a:tab pos="3932280" algn="l"/>
                <a:tab pos="4381560" algn="l"/>
                <a:tab pos="4830840" algn="l"/>
                <a:tab pos="5280120" algn="l"/>
                <a:tab pos="5729400" algn="l"/>
                <a:tab pos="6178680" algn="l"/>
                <a:tab pos="6627960" algn="l"/>
                <a:tab pos="7077240" algn="l"/>
                <a:tab pos="7526160" algn="l"/>
                <a:tab pos="7975440" algn="l"/>
                <a:tab pos="8424720" algn="l"/>
                <a:tab pos="8874000" algn="l"/>
                <a:tab pos="9323280" algn="l"/>
              </a:tabLst>
            </a:pPr>
            <a:r>
              <a:rPr lang="pl-PL" sz="1600" dirty="0"/>
              <a:t>Zainteresowani chcą usprawnić proces fizycznego notowania i połączyć je z prostą digitalizacją notatek</a:t>
            </a:r>
            <a:br>
              <a:rPr sz="1600" dirty="0"/>
            </a:br>
            <a:r>
              <a:rPr lang="pl-PL" sz="16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</a:p>
          <a:p>
            <a:pPr marL="339840" indent="-339840" defTabSz="449280">
              <a:lnSpc>
                <a:spcPct val="100000"/>
              </a:lnSpc>
              <a:spcBef>
                <a:spcPts val="275"/>
              </a:spcBef>
              <a:tabLst>
                <a:tab pos="0" algn="l"/>
              </a:tabLst>
            </a:pPr>
            <a:endParaRPr lang="pl-PL" sz="1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Text Box 1"/>
          <p:cNvSpPr/>
          <p:nvPr/>
        </p:nvSpPr>
        <p:spPr>
          <a:xfrm>
            <a:off x="685800" y="609480"/>
            <a:ext cx="7772040" cy="11426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49280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</a:tabLst>
            </a:pPr>
            <a:r>
              <a:rPr lang="en-GB" sz="44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alibri"/>
              </a:rPr>
              <a:t>Cel projektu</a:t>
            </a:r>
            <a:endParaRPr lang="pl-PL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 Box 2"/>
          <p:cNvSpPr/>
          <p:nvPr/>
        </p:nvSpPr>
        <p:spPr>
          <a:xfrm>
            <a:off x="685800" y="1981080"/>
            <a:ext cx="8029080" cy="4114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49280">
              <a:lnSpc>
                <a:spcPct val="100000"/>
              </a:lnSpc>
              <a:spcBef>
                <a:spcPts val="451"/>
              </a:spcBef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</a:tabLst>
            </a:pPr>
            <a:r>
              <a:rPr lang="pl-PL" sz="18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Celem projektu jest zbudowanie </a:t>
            </a:r>
            <a:r>
              <a:rPr lang="pl-PL" dirty="0">
                <a:solidFill>
                  <a:srgbClr val="000000"/>
                </a:solidFill>
                <a:latin typeface="Arial"/>
              </a:rPr>
              <a:t>systemu, który umożliwi użytkownikom serwera </a:t>
            </a:r>
            <a:r>
              <a:rPr lang="pl-PL" dirty="0" err="1">
                <a:solidFill>
                  <a:srgbClr val="000000"/>
                </a:solidFill>
                <a:latin typeface="Arial"/>
              </a:rPr>
              <a:t>Discrod</a:t>
            </a:r>
            <a:r>
              <a:rPr lang="pl-PL" dirty="0">
                <a:solidFill>
                  <a:srgbClr val="000000"/>
                </a:solidFill>
                <a:latin typeface="Arial"/>
              </a:rPr>
              <a:t> łatwą digitalizację notatek pisanych ręcznie. Proces ten musi być jak najmniej uciążliwy.</a:t>
            </a:r>
            <a:endParaRPr lang="pl-PL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Text Box 1"/>
          <p:cNvSpPr/>
          <p:nvPr/>
        </p:nvSpPr>
        <p:spPr>
          <a:xfrm>
            <a:off x="785880" y="428760"/>
            <a:ext cx="7772040" cy="856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49280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</a:tabLst>
            </a:pPr>
            <a:r>
              <a:rPr lang="en-GB" sz="3200" b="0" u="none" strike="noStrike">
                <a:solidFill>
                  <a:srgbClr val="0B5395"/>
                </a:solidFill>
                <a:effectLst/>
                <a:uFillTx/>
                <a:latin typeface="Calibri"/>
              </a:rPr>
              <a:t>Żądania Zamawiającego</a:t>
            </a:r>
            <a:endParaRPr lang="pl-PL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 Box 2"/>
          <p:cNvSpPr/>
          <p:nvPr/>
        </p:nvSpPr>
        <p:spPr>
          <a:xfrm>
            <a:off x="714240" y="1428840"/>
            <a:ext cx="7772040" cy="4500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r>
              <a:rPr lang="pl-PL" dirty="0"/>
              <a:t>Pierwszym etapem prac ma być opracowanie projektu systemu, który zapewni:  </a:t>
            </a:r>
          </a:p>
          <a:p>
            <a:endParaRPr lang="en-AU" dirty="0"/>
          </a:p>
          <a:p>
            <a:r>
              <a:rPr lang="pl-PL" dirty="0"/>
              <a:t>Stworzenie sprawnego mostu między notowaniem analogowym a cyfrowym archiwum, pozwalającego na zachowanie tradycyjnych metod pracy przy jednoczesnym wykorzystaniu zalet edycji komputerowej i archiwizacji na komputerze.  </a:t>
            </a:r>
          </a:p>
          <a:p>
            <a:endParaRPr lang="en-AU" dirty="0"/>
          </a:p>
          <a:p>
            <a:r>
              <a:rPr lang="pl-PL" dirty="0"/>
              <a:t>Automatyzację procesu kategoryzacji i przetwarzania treści, aby użytkownik nie musiał tracić czasu na ręczne nazywanie plików, ich konwersję i przenoszenie do odpowiednich katalogów.  </a:t>
            </a:r>
          </a:p>
          <a:p>
            <a:endParaRPr lang="en-AU" dirty="0"/>
          </a:p>
          <a:p>
            <a:r>
              <a:rPr lang="pl-PL" dirty="0"/>
              <a:t>Integrację z systemem umożliwiającym przeszukiwanie tworzonej bazy wiedzy, która umożliwi szybki dostęp do myśli i koncepcji zapisanych wcześniej w formie fizycznej. </a:t>
            </a:r>
          </a:p>
          <a:p>
            <a:endParaRPr lang="en-AU" dirty="0"/>
          </a:p>
          <a:p>
            <a:r>
              <a:rPr lang="pl-PL" dirty="0"/>
              <a:t>Możliwość doprecyzowania szczegółów przetwarzania notatki z poziomu ręcznie pisanej notatki. 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Text Box 1"/>
          <p:cNvSpPr/>
          <p:nvPr/>
        </p:nvSpPr>
        <p:spPr>
          <a:xfrm>
            <a:off x="642960" y="642960"/>
            <a:ext cx="7772040" cy="85680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49280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</a:tabLst>
            </a:pPr>
            <a:r>
              <a:rPr lang="en-GB" sz="32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alibri"/>
              </a:rPr>
              <a:t>Wymagania na system</a:t>
            </a:r>
            <a:r>
              <a:rPr lang="pl-PL" sz="32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alibri"/>
              </a:rPr>
              <a:t> (FEAT)</a:t>
            </a:r>
            <a:endParaRPr lang="pl-PL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67" name="Tabela 3"/>
          <p:cNvGraphicFramePr/>
          <p:nvPr>
            <p:extLst>
              <p:ext uri="{D42A27DB-BD31-4B8C-83A1-F6EECF244321}">
                <p14:modId xmlns:p14="http://schemas.microsoft.com/office/powerpoint/2010/main" val="817793447"/>
              </p:ext>
            </p:extLst>
          </p:nvPr>
        </p:nvGraphicFramePr>
        <p:xfrm>
          <a:off x="357120" y="2114640"/>
          <a:ext cx="8429400" cy="1076000"/>
        </p:xfrm>
        <a:graphic>
          <a:graphicData uri="http://schemas.openxmlformats.org/drawingml/2006/table">
            <a:tbl>
              <a:tblPr/>
              <a:tblGrid>
                <a:gridCol w="1133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95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80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FEAT1: </a:t>
                      </a:r>
                      <a:endParaRPr lang="pl-PL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endParaRPr lang="pl-PL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1080" marR="910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pl-PL" sz="1200" b="1" u="none" strike="noStrike" dirty="0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Reakcja na zdjęcie poniżej 1 sekundy</a:t>
                      </a:r>
                      <a:endParaRPr lang="pl-PL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1080" marR="910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88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FEAT</a:t>
                      </a:r>
                      <a:r>
                        <a:rPr lang="pl-PL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2:</a:t>
                      </a:r>
                      <a:endParaRPr lang="pl-PL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1080" marR="910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4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pl-PL" sz="1200" b="1" u="none" strike="noStrike" dirty="0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 Użytkownik otrzymuje </a:t>
                      </a:r>
                      <a:r>
                        <a:rPr lang="pl-PL" sz="1200" b="1" u="none" strike="noStrike" dirty="0" err="1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zdigitalizowaną</a:t>
                      </a:r>
                      <a:r>
                        <a:rPr lang="pl-PL" sz="1200" b="1" u="none" strike="noStrike" dirty="0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 notatkę w rozsądnym czasie</a:t>
                      </a:r>
                      <a:endParaRPr lang="pl-PL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1080" marR="910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4">
                        <a:tint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Text Box 1"/>
          <p:cNvSpPr/>
          <p:nvPr/>
        </p:nvSpPr>
        <p:spPr>
          <a:xfrm>
            <a:off x="642960" y="642960"/>
            <a:ext cx="7772040" cy="85680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49280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</a:tabLst>
            </a:pPr>
            <a:r>
              <a:rPr lang="en-GB" sz="32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alibri"/>
              </a:rPr>
              <a:t>Wymagania </a:t>
            </a:r>
            <a:r>
              <a:rPr lang="pl-PL" sz="32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alibri"/>
              </a:rPr>
              <a:t>funkcjonalne </a:t>
            </a:r>
            <a:r>
              <a:rPr lang="en-GB" sz="32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alibri"/>
              </a:rPr>
              <a:t>na system</a:t>
            </a:r>
            <a:r>
              <a:rPr lang="pl-PL" sz="32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alibri"/>
              </a:rPr>
              <a:t> (UC)</a:t>
            </a:r>
            <a:endParaRPr lang="pl-PL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69" name="Tabela 3"/>
          <p:cNvGraphicFramePr/>
          <p:nvPr>
            <p:extLst>
              <p:ext uri="{D42A27DB-BD31-4B8C-83A1-F6EECF244321}">
                <p14:modId xmlns:p14="http://schemas.microsoft.com/office/powerpoint/2010/main" val="3732574481"/>
              </p:ext>
            </p:extLst>
          </p:nvPr>
        </p:nvGraphicFramePr>
        <p:xfrm>
          <a:off x="357120" y="2114641"/>
          <a:ext cx="8429400" cy="1524348"/>
        </p:xfrm>
        <a:graphic>
          <a:graphicData uri="http://schemas.openxmlformats.org/drawingml/2006/table">
            <a:tbl>
              <a:tblPr/>
              <a:tblGrid>
                <a:gridCol w="1133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95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6656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l-PL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UC1</a:t>
                      </a:r>
                      <a:r>
                        <a:rPr lang="en-GB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: </a:t>
                      </a:r>
                      <a:endParaRPr lang="pl-PL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endParaRPr lang="pl-PL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1080" marR="910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pl-PL" sz="1200" b="1" u="none" strike="noStrike" dirty="0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Dodanie użytkownika do systemu</a:t>
                      </a:r>
                      <a:endParaRPr lang="pl-PL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1080" marR="910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656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l-PL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UC</a:t>
                      </a:r>
                      <a:r>
                        <a:rPr lang="en-GB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1.1</a:t>
                      </a:r>
                      <a:r>
                        <a:rPr lang="pl-PL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:</a:t>
                      </a:r>
                      <a:endParaRPr lang="pl-PL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endParaRPr lang="pl-PL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1080" marR="910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4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pl-PL" sz="1200" b="1" u="none" strike="noStrike" dirty="0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  Skonfigurowanie lokalizacji do zapisu notatki</a:t>
                      </a:r>
                      <a:endParaRPr lang="pl-PL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1080" marR="910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4">
                        <a:tint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9948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l-PL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UC1</a:t>
                      </a:r>
                      <a:r>
                        <a:rPr lang="en-GB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.</a:t>
                      </a:r>
                      <a:r>
                        <a:rPr lang="pl-PL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2:</a:t>
                      </a:r>
                      <a:endParaRPr lang="pl-PL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1080" marR="910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4">
                        <a:tint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pl-PL" sz="1200" b="1" u="none" strike="noStrike" dirty="0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Użytkownik łączy konto </a:t>
                      </a:r>
                      <a:r>
                        <a:rPr lang="pl-PL" sz="1200" b="1" u="none" strike="noStrike" dirty="0" err="1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discord</a:t>
                      </a:r>
                      <a:r>
                        <a:rPr lang="pl-PL" sz="1200" b="1" u="none" strike="noStrike" dirty="0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 z kontem w systemie</a:t>
                      </a:r>
                      <a:endParaRPr lang="pl-PL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1080" marR="910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4">
                        <a:tint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5" name="Tabela 3">
            <a:extLst>
              <a:ext uri="{FF2B5EF4-FFF2-40B4-BE49-F238E27FC236}">
                <a16:creationId xmlns:a16="http://schemas.microsoft.com/office/drawing/2014/main" id="{D4449479-3F22-ED98-ABEF-73A4367A642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71879608"/>
              </p:ext>
            </p:extLst>
          </p:nvPr>
        </p:nvGraphicFramePr>
        <p:xfrm>
          <a:off x="357120" y="3947251"/>
          <a:ext cx="8429400" cy="1524348"/>
        </p:xfrm>
        <a:graphic>
          <a:graphicData uri="http://schemas.openxmlformats.org/drawingml/2006/table">
            <a:tbl>
              <a:tblPr/>
              <a:tblGrid>
                <a:gridCol w="1133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95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l-PL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UC2</a:t>
                      </a:r>
                      <a:r>
                        <a:rPr lang="en-GB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: </a:t>
                      </a:r>
                      <a:endParaRPr lang="pl-PL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endParaRPr lang="pl-PL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1080" marR="910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pl-PL" sz="1200" b="1" u="none" strike="noStrike" dirty="0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 Przekształcenie notatki analogowej</a:t>
                      </a:r>
                      <a:endParaRPr lang="pl-PL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1080" marR="910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656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l-PL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UC2</a:t>
                      </a:r>
                      <a:r>
                        <a:rPr lang="en-GB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.1</a:t>
                      </a:r>
                      <a:r>
                        <a:rPr lang="pl-PL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:</a:t>
                      </a:r>
                      <a:endParaRPr lang="pl-PL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endParaRPr lang="pl-PL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1080" marR="910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4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pl-PL" sz="1200" b="1" u="none" strike="noStrike" dirty="0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 Z notatki muszą być wyciąganie </a:t>
                      </a:r>
                      <a:r>
                        <a:rPr lang="pl-PL" sz="1200" b="1" u="none" strike="noStrike" dirty="0" err="1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tagi</a:t>
                      </a:r>
                      <a:r>
                        <a:rPr lang="pl-PL" sz="1200" b="1" u="none" strike="noStrike" dirty="0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 techniczne</a:t>
                      </a:r>
                      <a:endParaRPr lang="pl-PL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1080" marR="910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4">
                        <a:tint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9948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l-PL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UC2</a:t>
                      </a:r>
                      <a:r>
                        <a:rPr lang="en-GB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.</a:t>
                      </a:r>
                      <a:r>
                        <a:rPr lang="pl-PL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2:</a:t>
                      </a:r>
                      <a:endParaRPr lang="pl-PL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1080" marR="910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4">
                        <a:tint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pl-PL" sz="1200" b="1" u="none" strike="noStrike" dirty="0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W notatce musi być rozpoznana struktura tekstu.</a:t>
                      </a:r>
                      <a:endParaRPr lang="pl-PL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1080" marR="910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4">
                        <a:tint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Text Box 1"/>
          <p:cNvSpPr/>
          <p:nvPr/>
        </p:nvSpPr>
        <p:spPr>
          <a:xfrm>
            <a:off x="571680" y="428760"/>
            <a:ext cx="8246880" cy="1279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49280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</a:tabLst>
            </a:pPr>
            <a:r>
              <a:rPr lang="en-GB" sz="3600" b="0" u="none" strike="noStrike">
                <a:solidFill>
                  <a:srgbClr val="0B5395"/>
                </a:solidFill>
                <a:effectLst/>
                <a:uFillTx/>
                <a:latin typeface="Calibri"/>
              </a:rPr>
              <a:t>Mapowanie żądań na wymagania</a:t>
            </a:r>
            <a:r>
              <a:rPr lang="pl-PL" sz="3600" b="0" u="none" strike="noStrike">
                <a:solidFill>
                  <a:srgbClr val="0B5395"/>
                </a:solidFill>
                <a:effectLst/>
                <a:uFillTx/>
                <a:latin typeface="Calibri"/>
              </a:rPr>
              <a:t> </a:t>
            </a:r>
            <a:r>
              <a:rPr lang="en-GB" sz="3600" b="0" u="none" strike="noStrike">
                <a:solidFill>
                  <a:srgbClr val="0B5395"/>
                </a:solidFill>
                <a:effectLst/>
                <a:uFillTx/>
                <a:latin typeface="Calibri"/>
              </a:rPr>
              <a:t>-</a:t>
            </a:r>
            <a:r>
              <a:rPr lang="pl-PL" sz="3600" b="0" u="none" strike="noStrike">
                <a:solidFill>
                  <a:srgbClr val="0B5395"/>
                </a:solidFill>
                <a:effectLst/>
                <a:uFillTx/>
                <a:latin typeface="Calibri"/>
              </a:rPr>
              <a:t> </a:t>
            </a:r>
            <a:r>
              <a:rPr lang="en-GB" sz="3600" b="0" u="none" strike="noStrike">
                <a:solidFill>
                  <a:srgbClr val="0B5395"/>
                </a:solidFill>
                <a:effectLst/>
                <a:uFillTx/>
                <a:latin typeface="Calibri"/>
              </a:rPr>
              <a:t>macierz</a:t>
            </a:r>
            <a:endParaRPr lang="pl-PL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C70FD9A-1CAD-DCF7-92BC-94EC4A7580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697" y="1730241"/>
            <a:ext cx="3352215" cy="469899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6964ED9-948A-7B50-0BF1-F200DDDDE9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0556" y="1707840"/>
            <a:ext cx="3286747" cy="47214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Text Box 1"/>
          <p:cNvSpPr/>
          <p:nvPr/>
        </p:nvSpPr>
        <p:spPr>
          <a:xfrm>
            <a:off x="685800" y="465120"/>
            <a:ext cx="7772040" cy="1431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49280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</a:tabLst>
            </a:pPr>
            <a:r>
              <a:rPr lang="en-GB" sz="4400" b="0" u="none" strike="noStrike">
                <a:solidFill>
                  <a:srgbClr val="0B5395"/>
                </a:solidFill>
                <a:effectLst/>
                <a:uFillTx/>
                <a:latin typeface="Times New Roman"/>
              </a:rPr>
              <a:t>Specyfikacja wymagań dodatkowych</a:t>
            </a:r>
            <a:endParaRPr lang="pl-PL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 Box 2"/>
          <p:cNvSpPr/>
          <p:nvPr/>
        </p:nvSpPr>
        <p:spPr>
          <a:xfrm>
            <a:off x="428760" y="2143080"/>
            <a:ext cx="8143560" cy="3976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343080" indent="-343080" defTabSz="449280">
              <a:lnSpc>
                <a:spcPct val="100000"/>
              </a:lnSpc>
              <a:buClr>
                <a:srgbClr val="000000"/>
              </a:buClr>
              <a:buFont typeface="Calibri"/>
              <a:buAutoNum type="arabicPeriod"/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</a:tabLst>
            </a:pPr>
            <a:r>
              <a:rPr lang="pl-PL" sz="1400" b="1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Wymagania użyteczności i ergonomii:</a:t>
            </a:r>
            <a:r>
              <a:rPr lang="pl-PL" sz="1400" b="1" dirty="0">
                <a:solidFill>
                  <a:srgbClr val="000000"/>
                </a:solidFill>
                <a:latin typeface="Times New Roman"/>
              </a:rPr>
              <a:t> Użytkownik otrzymuje </a:t>
            </a:r>
            <a:r>
              <a:rPr lang="pl-PL" sz="1400" b="1" dirty="0" err="1">
                <a:solidFill>
                  <a:srgbClr val="000000"/>
                </a:solidFill>
                <a:latin typeface="Times New Roman"/>
              </a:rPr>
              <a:t>zdigitalizowaną</a:t>
            </a:r>
            <a:r>
              <a:rPr lang="pl-PL" sz="1400" b="1" dirty="0">
                <a:solidFill>
                  <a:srgbClr val="000000"/>
                </a:solidFill>
                <a:latin typeface="Times New Roman"/>
              </a:rPr>
              <a:t> notatkę w rozsądnym czasie</a:t>
            </a:r>
            <a:endParaRPr lang="pl-PL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49280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</a:tabLst>
            </a:pPr>
            <a:endParaRPr lang="pl-PL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49280">
              <a:lnSpc>
                <a:spcPct val="100000"/>
              </a:lnSpc>
              <a:buClr>
                <a:srgbClr val="000000"/>
              </a:buClr>
              <a:buFont typeface="Calibri"/>
              <a:buAutoNum type="arabicPeriod"/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</a:tabLst>
            </a:pPr>
            <a:r>
              <a:rPr lang="pl-PL" sz="1400" b="1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Wymagania wydajnościowe:</a:t>
            </a:r>
            <a:r>
              <a:rPr lang="pl-PL" sz="1400" b="1" dirty="0">
                <a:solidFill>
                  <a:srgbClr val="000000"/>
                </a:solidFill>
                <a:latin typeface="Times New Roman"/>
              </a:rPr>
              <a:t> Użytkownik zawsze odczuwa szybką reakcję systemu, Reakcja na zdjęcie poniżej 1 sekundy</a:t>
            </a:r>
            <a:endParaRPr lang="pl-PL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49280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</a:tabLst>
            </a:pPr>
            <a:endParaRPr lang="pl-PL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49280">
              <a:lnSpc>
                <a:spcPct val="100000"/>
              </a:lnSpc>
              <a:buClr>
                <a:srgbClr val="000000"/>
              </a:buClr>
              <a:buFont typeface="Calibri"/>
              <a:buAutoNum type="arabicPeriod"/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</a:tabLst>
            </a:pPr>
            <a:r>
              <a:rPr lang="pl-PL" sz="1400" b="1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Wymagania niezawodnościowe</a:t>
            </a:r>
            <a:r>
              <a:rPr lang="pl-PL" sz="1400" b="1" dirty="0">
                <a:solidFill>
                  <a:srgbClr val="000000"/>
                </a:solidFill>
                <a:latin typeface="Times New Roman"/>
              </a:rPr>
              <a:t>: Podanie przyczyny niemożności stworzenia notatki</a:t>
            </a:r>
            <a:endParaRPr lang="pl-PL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Text Box 1"/>
          <p:cNvSpPr/>
          <p:nvPr/>
        </p:nvSpPr>
        <p:spPr>
          <a:xfrm>
            <a:off x="642960" y="500040"/>
            <a:ext cx="7772040" cy="1431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49280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</a:tabLst>
            </a:pPr>
            <a:r>
              <a:rPr lang="en-GB" sz="4400" b="0" u="none" strike="noStrike">
                <a:solidFill>
                  <a:srgbClr val="0B5395"/>
                </a:solidFill>
                <a:effectLst/>
                <a:uFillTx/>
                <a:latin typeface="Calibri"/>
              </a:rPr>
              <a:t>Szczegółowa specyfikacja wymagań na system:</a:t>
            </a:r>
            <a:r>
              <a:rPr lang="pl-PL" sz="4400" b="0" u="none" strike="noStrike">
                <a:solidFill>
                  <a:srgbClr val="0B5395"/>
                </a:solidFill>
                <a:effectLst/>
                <a:uFillTx/>
                <a:latin typeface="Calibri"/>
              </a:rPr>
              <a:t>xxx</a:t>
            </a:r>
            <a:endParaRPr lang="pl-PL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 Box 2"/>
          <p:cNvSpPr/>
          <p:nvPr/>
        </p:nvSpPr>
        <p:spPr>
          <a:xfrm>
            <a:off x="500040" y="2286000"/>
            <a:ext cx="8143560" cy="411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 defTabSz="449280">
              <a:lnSpc>
                <a:spcPct val="100000"/>
              </a:lnSpc>
              <a:spcBef>
                <a:spcPts val="601"/>
              </a:spcBef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</a:tabLst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Nazwa projektu:</a:t>
            </a:r>
            <a:r>
              <a:rPr lang="pl-PL" sz="28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xxx</a:t>
            </a:r>
            <a:endParaRPr lang="pl-PL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49280">
              <a:lnSpc>
                <a:spcPct val="100000"/>
              </a:lnSpc>
              <a:spcBef>
                <a:spcPts val="601"/>
              </a:spcBef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</a:tabLst>
            </a:pPr>
            <a:endParaRPr lang="pl-PL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49280">
              <a:lnSpc>
                <a:spcPct val="100000"/>
              </a:lnSpc>
              <a:spcBef>
                <a:spcPts val="601"/>
              </a:spcBef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</a:tabLst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Zespół wykonawcy w składzie:</a:t>
            </a:r>
            <a:endParaRPr lang="pl-PL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49280">
              <a:lnSpc>
                <a:spcPct val="100000"/>
              </a:lnSpc>
              <a:spcBef>
                <a:spcPts val="601"/>
              </a:spcBef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</a:tabLst>
            </a:pPr>
            <a:r>
              <a:rPr lang="pl-PL" sz="28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	</a:t>
            </a: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	1. </a:t>
            </a:r>
            <a:r>
              <a:rPr lang="pl-PL" sz="28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xxx</a:t>
            </a:r>
            <a:br>
              <a:rPr sz="2800"/>
            </a:br>
            <a:endParaRPr lang="pl-PL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PlaceHolder 1"/>
          <p:cNvSpPr>
            <a:spLocks noGrp="1"/>
          </p:cNvSpPr>
          <p:nvPr>
            <p:ph type="title"/>
          </p:nvPr>
        </p:nvSpPr>
        <p:spPr>
          <a:xfrm>
            <a:off x="1143000" y="2286000"/>
            <a:ext cx="7772040" cy="1006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</a:tabLst>
            </a:pPr>
            <a:r>
              <a:rPr lang="en-GB" sz="5000" b="0" u="none" strike="noStrike">
                <a:solidFill>
                  <a:srgbClr val="0B5395"/>
                </a:solidFill>
                <a:effectLst/>
                <a:uFillTx/>
                <a:latin typeface="Calibri"/>
              </a:rPr>
              <a:t>Model </a:t>
            </a:r>
            <a:r>
              <a:rPr lang="pl-PL" sz="5000" b="0" u="none" strike="noStrike">
                <a:solidFill>
                  <a:srgbClr val="0B5395"/>
                </a:solidFill>
                <a:effectLst/>
                <a:uFillTx/>
                <a:latin typeface="Calibri"/>
              </a:rPr>
              <a:t>przypadków użycia</a:t>
            </a:r>
            <a:endParaRPr lang="en-GB" sz="5000" b="0" u="none" strike="noStrike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PlaceHolder 1"/>
          <p:cNvSpPr>
            <a:spLocks noGrp="1"/>
          </p:cNvSpPr>
          <p:nvPr>
            <p:ph type="title"/>
          </p:nvPr>
        </p:nvSpPr>
        <p:spPr>
          <a:xfrm>
            <a:off x="685800" y="463680"/>
            <a:ext cx="7768800" cy="976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>
              <a:buNone/>
            </a:pPr>
            <a:r>
              <a:rPr lang="pl-PL" sz="2800" b="0" u="none" strike="noStrike">
                <a:solidFill>
                  <a:srgbClr val="0B5395"/>
                </a:solidFill>
                <a:effectLst/>
                <a:uFillTx/>
                <a:latin typeface="Calibri"/>
              </a:rPr>
              <a:t>Administrowanie systemem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78" name="Picture 277"/>
          <p:cNvPicPr/>
          <p:nvPr/>
        </p:nvPicPr>
        <p:blipFill>
          <a:blip r:embed="rId2"/>
          <a:stretch/>
        </p:blipFill>
        <p:spPr>
          <a:xfrm>
            <a:off x="1366560" y="1440000"/>
            <a:ext cx="5833440" cy="48751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PlaceHolder 1"/>
          <p:cNvSpPr>
            <a:spLocks noGrp="1"/>
          </p:cNvSpPr>
          <p:nvPr>
            <p:ph type="title"/>
          </p:nvPr>
        </p:nvSpPr>
        <p:spPr>
          <a:xfrm>
            <a:off x="685800" y="463680"/>
            <a:ext cx="7768800" cy="14317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rm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pl-PL" sz="5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alibri"/>
              </a:rPr>
              <a:t>Specyfikacja aktorów</a:t>
            </a:r>
            <a:endParaRPr lang="en-GB" sz="5000" b="0" u="none" strike="noStrike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70BBDFB-345B-369E-78F6-B9A0DB6432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4710" y="2566904"/>
            <a:ext cx="4377810" cy="304014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PlaceHolder 1"/>
          <p:cNvSpPr>
            <a:spLocks noGrp="1"/>
          </p:cNvSpPr>
          <p:nvPr>
            <p:ph type="title"/>
          </p:nvPr>
        </p:nvSpPr>
        <p:spPr>
          <a:xfrm>
            <a:off x="642960" y="285840"/>
            <a:ext cx="7571880" cy="64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</a:tabLst>
            </a:pPr>
            <a:r>
              <a:rPr lang="en-GB" sz="3600" b="0" u="none" strike="noStrike">
                <a:solidFill>
                  <a:srgbClr val="0B5395"/>
                </a:solidFill>
                <a:effectLst/>
                <a:uFillTx/>
                <a:latin typeface="Calibri"/>
              </a:rPr>
              <a:t>Diagram </a:t>
            </a:r>
            <a:r>
              <a:rPr lang="pl-PL" sz="3600" b="0" u="none" strike="noStrike">
                <a:solidFill>
                  <a:srgbClr val="0B5395"/>
                </a:solidFill>
                <a:effectLst/>
                <a:uFillTx/>
                <a:latin typeface="Calibri"/>
              </a:rPr>
              <a:t>(głównych) przypadków użycia</a:t>
            </a:r>
            <a:endParaRPr lang="en-GB" sz="3600" b="0" u="none" strike="noStrike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pic>
        <p:nvPicPr>
          <p:cNvPr id="281" name="Picture 280"/>
          <p:cNvPicPr/>
          <p:nvPr/>
        </p:nvPicPr>
        <p:blipFill>
          <a:blip r:embed="rId3"/>
          <a:stretch/>
        </p:blipFill>
        <p:spPr>
          <a:xfrm>
            <a:off x="1260000" y="1800000"/>
            <a:ext cx="6629040" cy="46166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PlaceHolder 1"/>
          <p:cNvSpPr>
            <a:spLocks noGrp="1"/>
          </p:cNvSpPr>
          <p:nvPr>
            <p:ph type="title"/>
          </p:nvPr>
        </p:nvSpPr>
        <p:spPr>
          <a:xfrm>
            <a:off x="714240" y="642960"/>
            <a:ext cx="7768800" cy="53784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 anchorCtr="1">
            <a:normAutofit fontScale="90000"/>
          </a:bodyPr>
          <a:lstStyle/>
          <a:p>
            <a:pPr indent="0" algn="ctr">
              <a:lnSpc>
                <a:spcPct val="100000"/>
              </a:lnSpc>
              <a:buNone/>
            </a:pPr>
            <a:r>
              <a:rPr lang="pl-PL" sz="32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alibri"/>
              </a:rPr>
              <a:t>Scenariusz główny dla przypadku użycia </a:t>
            </a:r>
            <a:br>
              <a:rPr sz="3200"/>
            </a:br>
            <a:r>
              <a:rPr lang="pl-PL" sz="32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alibri"/>
              </a:rPr>
              <a:t>“Przetworzyć notatki odręczne do Markdown”</a:t>
            </a:r>
            <a:endParaRPr lang="en-GB" sz="3200" b="0" u="none" strike="noStrike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sp>
        <p:nvSpPr>
          <p:cNvPr id="283" name="pole tekstowe 4"/>
          <p:cNvSpPr/>
          <p:nvPr/>
        </p:nvSpPr>
        <p:spPr>
          <a:xfrm>
            <a:off x="428760" y="1456200"/>
            <a:ext cx="8429400" cy="2323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b">
            <a:spAutoFit/>
          </a:bodyPr>
          <a:lstStyle/>
          <a:p>
            <a:pPr marL="720000" defTabSz="44928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  <a:buClr>
                <a:srgbClr val="000000"/>
              </a:buClr>
              <a:buFont typeface="Times New Roman"/>
              <a:buAutoNum type="arabicParenR"/>
            </a:pPr>
            <a:r>
              <a:rPr lang="pl-PL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Użytkownik wysyła zdjęcie notatki odręcznej na dedykowany kanał Discord. </a:t>
            </a:r>
            <a:endParaRPr lang="pl-PL" sz="11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 marL="720000" defTabSz="44928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  <a:buClr>
                <a:srgbClr val="000000"/>
              </a:buClr>
              <a:buFont typeface="Times New Roman"/>
              <a:buAutoNum type="arabicParenR"/>
            </a:pPr>
            <a:r>
              <a:rPr lang="pl-PL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NOTES AI odbiera załącznik i umieszcza zadanie w kolejce. </a:t>
            </a:r>
            <a:endParaRPr lang="pl-PL" sz="11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 marL="720000" defTabSz="449280">
              <a:lnSpc>
                <a:spcPct val="100000"/>
              </a:lnSpc>
              <a:spcBef>
                <a:spcPts val="340"/>
              </a:spcBef>
              <a:spcAft>
                <a:spcPts val="283"/>
              </a:spcAft>
              <a:buClr>
                <a:srgbClr val="000000"/>
              </a:buClr>
              <a:buFont typeface="Times New Roman"/>
              <a:buAutoNum type="arabicParenR"/>
            </a:pPr>
            <a:r>
              <a:rPr lang="pl-PL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System przesyła obraz do modelu AI. </a:t>
            </a:r>
          </a:p>
          <a:p>
            <a:pPr marL="720000" defTabSz="449280">
              <a:lnSpc>
                <a:spcPct val="100000"/>
              </a:lnSpc>
              <a:spcBef>
                <a:spcPts val="340"/>
              </a:spcBef>
              <a:spcAft>
                <a:spcPts val="283"/>
              </a:spcAft>
              <a:buClr>
                <a:srgbClr val="000000"/>
              </a:buClr>
              <a:buFont typeface="Times New Roman"/>
              <a:buAutoNum type="arabicParenR"/>
            </a:pPr>
            <a:r>
              <a:rPr lang="pl-PL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Model rozpoznaje tekst oraz strukturę notatki (nagłówki, listy, tabele, pogrubienia).</a:t>
            </a:r>
          </a:p>
          <a:p>
            <a:pPr marL="720000" defTabSz="449280">
              <a:lnSpc>
                <a:spcPct val="100000"/>
              </a:lnSpc>
              <a:spcBef>
                <a:spcPts val="340"/>
              </a:spcBef>
              <a:spcAft>
                <a:spcPts val="283"/>
              </a:spcAft>
              <a:buClr>
                <a:srgbClr val="000000"/>
              </a:buClr>
              <a:buFont typeface="Times New Roman"/>
              <a:buAutoNum type="arabicParenR"/>
            </a:pPr>
            <a:r>
              <a:rPr lang="pl-PL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System identyfikuje i parsuje bloki tagów technicznych …. </a:t>
            </a:r>
          </a:p>
          <a:p>
            <a:pPr marL="720000" defTabSz="449280">
              <a:lnSpc>
                <a:spcPct val="100000"/>
              </a:lnSpc>
              <a:spcBef>
                <a:spcPts val="340"/>
              </a:spcBef>
              <a:spcAft>
                <a:spcPts val="283"/>
              </a:spcAft>
              <a:buClr>
                <a:srgbClr val="000000"/>
              </a:buClr>
              <a:buFont typeface="Times New Roman"/>
              <a:buAutoNum type="arabicParenR"/>
            </a:pPr>
            <a:r>
              <a:rPr lang="pl-PL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Model AI generuje semantyczny plik Markdown z zachowaniem logicznej struktury. </a:t>
            </a:r>
          </a:p>
          <a:p>
            <a:pPr marL="720000" defTabSz="449280">
              <a:lnSpc>
                <a:spcPct val="100000"/>
              </a:lnSpc>
              <a:spcBef>
                <a:spcPts val="340"/>
              </a:spcBef>
              <a:spcAft>
                <a:spcPts val="283"/>
              </a:spcAft>
              <a:buClr>
                <a:srgbClr val="000000"/>
              </a:buClr>
              <a:buFont typeface="Times New Roman"/>
              <a:buAutoNum type="arabicParenR"/>
            </a:pPr>
            <a:r>
              <a:rPr lang="pl-PL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System automatycznie nadaje plikowi krótką nazwę na podstawie treści. </a:t>
            </a:r>
          </a:p>
          <a:p>
            <a:pPr marL="720000" defTabSz="449280">
              <a:lnSpc>
                <a:spcPct val="100000"/>
              </a:lnSpc>
              <a:spcBef>
                <a:spcPts val="340"/>
              </a:spcBef>
              <a:spcAft>
                <a:spcPts val="283"/>
              </a:spcAft>
              <a:buClr>
                <a:srgbClr val="000000"/>
              </a:buClr>
              <a:buFont typeface="Times New Roman"/>
              <a:buAutoNum type="arabicParenR"/>
            </a:pPr>
            <a:r>
              <a:rPr lang="pl-PL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Gotowy plik .md jest zapisywany do folderu Obsidian Vault. </a:t>
            </a:r>
          </a:p>
          <a:p>
            <a:pPr marL="720000" defTabSz="449280">
              <a:lnSpc>
                <a:spcPct val="100000"/>
              </a:lnSpc>
              <a:spcBef>
                <a:spcPts val="340"/>
              </a:spcBef>
              <a:spcAft>
                <a:spcPts val="283"/>
              </a:spcAft>
              <a:buClr>
                <a:srgbClr val="000000"/>
              </a:buClr>
              <a:buFont typeface="Times New Roman"/>
              <a:buAutoNum type="arabicParenR"/>
            </a:pPr>
            <a:r>
              <a:rPr lang="pl-PL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System wysyła potwierdzenie sukcesu na Discord. </a:t>
            </a:r>
          </a:p>
          <a:p>
            <a:pPr defTabSz="449280">
              <a:lnSpc>
                <a:spcPct val="100000"/>
              </a:lnSpc>
            </a:pPr>
            <a:endParaRPr lang="pl-PL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PlaceHolder 1"/>
          <p:cNvSpPr>
            <a:spLocks noGrp="1"/>
          </p:cNvSpPr>
          <p:nvPr>
            <p:ph type="title"/>
          </p:nvPr>
        </p:nvSpPr>
        <p:spPr>
          <a:xfrm>
            <a:off x="714240" y="642960"/>
            <a:ext cx="7768800" cy="53784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rmAutofit fontScale="92500"/>
          </a:bodyPr>
          <a:lstStyle/>
          <a:p>
            <a:pPr indent="0">
              <a:lnSpc>
                <a:spcPct val="100000"/>
              </a:lnSpc>
              <a:buNone/>
            </a:pPr>
            <a:r>
              <a:rPr lang="pl-PL" sz="32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alibri"/>
              </a:rPr>
              <a:t>Scenariusz alternatywny dla przypadku użycia xxx</a:t>
            </a:r>
            <a:endParaRPr lang="en-GB" sz="3200" b="0" u="none" strike="noStrike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sp>
        <p:nvSpPr>
          <p:cNvPr id="285" name="pole tekstowe 4"/>
          <p:cNvSpPr/>
          <p:nvPr/>
        </p:nvSpPr>
        <p:spPr>
          <a:xfrm>
            <a:off x="428760" y="1179360"/>
            <a:ext cx="8429400" cy="425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49280">
              <a:lnSpc>
                <a:spcPct val="100000"/>
              </a:lnSpc>
            </a:pPr>
            <a:r>
              <a:rPr lang="pl-PL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Sterować zachowanie AI przy pomocy tagów &lt;NOTE&gt;</a:t>
            </a:r>
            <a:endParaRPr lang="pl-PL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49280">
              <a:lnSpc>
                <a:spcPct val="100000"/>
              </a:lnSpc>
            </a:pPr>
            <a:endParaRPr lang="pl-PL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PlaceHolder 1"/>
          <p:cNvSpPr>
            <a:spLocks noGrp="1"/>
          </p:cNvSpPr>
          <p:nvPr>
            <p:ph type="title"/>
          </p:nvPr>
        </p:nvSpPr>
        <p:spPr>
          <a:xfrm>
            <a:off x="1857240" y="571680"/>
            <a:ext cx="5857560" cy="5029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pl-PL" sz="2400" b="0" u="none" strike="noStrik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 aktywności dla przypadku użycia „Przekształcić notatki odręczne do Markdown”</a:t>
            </a:r>
            <a:endParaRPr lang="en-GB" sz="2400" b="0" u="none" strike="noStrike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pic>
        <p:nvPicPr>
          <p:cNvPr id="287" name="Picture 286"/>
          <p:cNvPicPr/>
          <p:nvPr/>
        </p:nvPicPr>
        <p:blipFill>
          <a:blip r:embed="rId2"/>
          <a:stretch/>
        </p:blipFill>
        <p:spPr>
          <a:xfrm>
            <a:off x="1800000" y="1440000"/>
            <a:ext cx="5821200" cy="51422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Text Box 1"/>
          <p:cNvSpPr/>
          <p:nvPr/>
        </p:nvSpPr>
        <p:spPr>
          <a:xfrm>
            <a:off x="642960" y="500040"/>
            <a:ext cx="7772040" cy="143172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49280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</a:tabLst>
            </a:pPr>
            <a:r>
              <a:rPr lang="pl-PL" sz="4400" b="0" u="none" strike="noStrike" dirty="0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alibri"/>
              </a:rPr>
              <a:t>Analiza </a:t>
            </a:r>
            <a:r>
              <a:rPr lang="en-GB" sz="4400" b="0" u="none" strike="noStrike" dirty="0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alibri"/>
              </a:rPr>
              <a:t>system</a:t>
            </a:r>
            <a:r>
              <a:rPr lang="pl-PL" sz="4400" b="0" u="none" strike="noStrike" dirty="0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alibri"/>
              </a:rPr>
              <a:t>u</a:t>
            </a:r>
            <a:r>
              <a:rPr lang="en-GB" sz="4400" b="0" u="none" strike="noStrike" dirty="0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alibri"/>
              </a:rPr>
              <a:t> </a:t>
            </a:r>
            <a:r>
              <a:rPr lang="pl-PL" sz="4400" dirty="0">
                <a:solidFill>
                  <a:schemeClr val="accent1">
                    <a:lumMod val="75000"/>
                  </a:schemeClr>
                </a:solidFill>
                <a:latin typeface="Calibri"/>
              </a:rPr>
              <a:t>NOTES-AI</a:t>
            </a:r>
            <a:endParaRPr lang="pl-PL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Text Box 2"/>
          <p:cNvSpPr/>
          <p:nvPr/>
        </p:nvSpPr>
        <p:spPr>
          <a:xfrm>
            <a:off x="500040" y="2286000"/>
            <a:ext cx="8143560" cy="411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 defTabSz="449280">
              <a:lnSpc>
                <a:spcPct val="100000"/>
              </a:lnSpc>
              <a:spcBef>
                <a:spcPts val="601"/>
              </a:spcBef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</a:tabLst>
            </a:pPr>
            <a:r>
              <a:rPr lang="en-GB" sz="2800" b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Nazwa </a:t>
            </a:r>
            <a:r>
              <a:rPr lang="en-GB" sz="2800" b="0" u="none" strike="noStrike" dirty="0" err="1">
                <a:solidFill>
                  <a:srgbClr val="000000"/>
                </a:solidFill>
                <a:effectLst/>
                <a:uFillTx/>
                <a:latin typeface="Times New Roman"/>
              </a:rPr>
              <a:t>projektu</a:t>
            </a:r>
            <a:r>
              <a:rPr lang="en-GB" sz="2800" b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:</a:t>
            </a:r>
            <a:r>
              <a:rPr lang="pl-PL" sz="2800" b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NOTES-AI</a:t>
            </a:r>
            <a:endParaRPr lang="pl-PL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49280">
              <a:lnSpc>
                <a:spcPct val="100000"/>
              </a:lnSpc>
              <a:spcBef>
                <a:spcPts val="601"/>
              </a:spcBef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</a:tabLst>
            </a:pPr>
            <a:endParaRPr lang="pl-PL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49280">
              <a:lnSpc>
                <a:spcPct val="100000"/>
              </a:lnSpc>
              <a:spcBef>
                <a:spcPts val="601"/>
              </a:spcBef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</a:tabLst>
            </a:pPr>
            <a:r>
              <a:rPr lang="en-GB" sz="2800" b="0" u="none" strike="noStrike" dirty="0" err="1">
                <a:solidFill>
                  <a:srgbClr val="000000"/>
                </a:solidFill>
                <a:effectLst/>
                <a:uFillTx/>
                <a:latin typeface="Times New Roman"/>
              </a:rPr>
              <a:t>Zespół</a:t>
            </a:r>
            <a:r>
              <a:rPr lang="en-GB" sz="2800" b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r>
              <a:rPr lang="en-GB" sz="2800" b="0" u="none" strike="noStrike" dirty="0" err="1">
                <a:solidFill>
                  <a:srgbClr val="000000"/>
                </a:solidFill>
                <a:effectLst/>
                <a:uFillTx/>
                <a:latin typeface="Times New Roman"/>
              </a:rPr>
              <a:t>wykonawcy</a:t>
            </a:r>
            <a:r>
              <a:rPr lang="en-GB" sz="2800" b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 w </a:t>
            </a:r>
            <a:r>
              <a:rPr lang="en-GB" sz="2800" b="0" u="none" strike="noStrike" dirty="0" err="1">
                <a:solidFill>
                  <a:srgbClr val="000000"/>
                </a:solidFill>
                <a:effectLst/>
                <a:uFillTx/>
                <a:latin typeface="Times New Roman"/>
              </a:rPr>
              <a:t>składzie</a:t>
            </a:r>
            <a:r>
              <a:rPr lang="en-GB" sz="2800" b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:</a:t>
            </a:r>
            <a:endParaRPr lang="pl-PL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49280">
              <a:lnSpc>
                <a:spcPct val="100000"/>
              </a:lnSpc>
              <a:spcBef>
                <a:spcPts val="601"/>
              </a:spcBef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</a:tabLst>
            </a:pPr>
            <a:r>
              <a:rPr lang="pl-PL" sz="2800" b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	</a:t>
            </a:r>
            <a:r>
              <a:rPr lang="en-GB" sz="2800" b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	1. </a:t>
            </a:r>
            <a:r>
              <a:rPr lang="pl-PL" sz="2800" b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Piotr Gugnowski</a:t>
            </a:r>
            <a:br>
              <a:rPr sz="2800" dirty="0"/>
            </a:br>
            <a:endParaRPr lang="pl-PL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Text Box 2"/>
          <p:cNvSpPr/>
          <p:nvPr/>
        </p:nvSpPr>
        <p:spPr>
          <a:xfrm>
            <a:off x="428760" y="1357200"/>
            <a:ext cx="6770100" cy="46021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449280">
              <a:lnSpc>
                <a:spcPct val="100000"/>
              </a:lnSpc>
            </a:pPr>
            <a:r>
              <a:rPr lang="pl-PL" sz="2400" b="1" u="none" strike="noStrike" dirty="0">
                <a:solidFill>
                  <a:schemeClr val="dk1"/>
                </a:solidFill>
                <a:effectLst/>
                <a:uFillTx/>
                <a:latin typeface="Times New Roman"/>
              </a:rPr>
              <a:t>Realizacje usług systemu</a:t>
            </a:r>
            <a:r>
              <a:rPr lang="pl-PL" sz="2400" b="1" dirty="0">
                <a:solidFill>
                  <a:schemeClr val="dk1"/>
                </a:solidFill>
                <a:latin typeface="Times New Roman"/>
              </a:rPr>
              <a:t> Przekształcanie notatki</a:t>
            </a:r>
            <a:r>
              <a:rPr lang="pl-PL" sz="2400" b="1" u="none" strike="noStrike" dirty="0">
                <a:solidFill>
                  <a:schemeClr val="dk1"/>
                </a:solidFill>
                <a:effectLst/>
                <a:uFillTx/>
                <a:latin typeface="Times New Roman"/>
              </a:rPr>
              <a:t>:</a:t>
            </a:r>
            <a:r>
              <a:rPr lang="pl-PL" sz="2400" b="0" u="none" strike="noStrike" dirty="0">
                <a:solidFill>
                  <a:schemeClr val="dk1"/>
                </a:solidFill>
                <a:effectLst/>
                <a:uFillTx/>
                <a:latin typeface="Times New Roman"/>
              </a:rPr>
              <a:t> </a:t>
            </a:r>
            <a:endParaRPr lang="pl-PL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Rectangle 5"/>
          <p:cNvSpPr/>
          <p:nvPr/>
        </p:nvSpPr>
        <p:spPr>
          <a:xfrm>
            <a:off x="1190520" y="2362320"/>
            <a:ext cx="9143640" cy="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280" rIns="90000" bIns="-44280" anchor="t">
            <a:spAutoFit/>
          </a:bodyPr>
          <a:lstStyle/>
          <a:p>
            <a:pPr defTabSz="449280">
              <a:lnSpc>
                <a:spcPct val="100000"/>
              </a:lnSpc>
            </a:pPr>
            <a:endParaRPr lang="pl-PL" sz="2400" b="0" u="none" strike="noStrike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sp>
        <p:nvSpPr>
          <p:cNvPr id="292" name="PlaceHolder 1"/>
          <p:cNvSpPr>
            <a:spLocks noGrp="1"/>
          </p:cNvSpPr>
          <p:nvPr>
            <p:ph type="title"/>
          </p:nvPr>
        </p:nvSpPr>
        <p:spPr>
          <a:xfrm>
            <a:off x="1714680" y="571680"/>
            <a:ext cx="5857560" cy="5029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pl-PL" sz="2400" b="0" u="none" strike="noStrike" dirty="0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 realizacji przypadków użycia  </a:t>
            </a:r>
            <a:endParaRPr lang="en-GB" sz="2400" b="0" u="none" strike="noStrike" dirty="0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168267-5ABE-9FB4-CAA3-8232EEA762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4680" y="1901502"/>
            <a:ext cx="5439534" cy="4629796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A20051-6B97-A9F2-D60E-9835991B6A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Text Box 2">
            <a:extLst>
              <a:ext uri="{FF2B5EF4-FFF2-40B4-BE49-F238E27FC236}">
                <a16:creationId xmlns:a16="http://schemas.microsoft.com/office/drawing/2014/main" id="{71E59B15-5D81-2E24-056F-329CC43B9F04}"/>
              </a:ext>
            </a:extLst>
          </p:cNvPr>
          <p:cNvSpPr/>
          <p:nvPr/>
        </p:nvSpPr>
        <p:spPr>
          <a:xfrm>
            <a:off x="428760" y="1357200"/>
            <a:ext cx="6943865" cy="46021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449280">
              <a:lnSpc>
                <a:spcPct val="100000"/>
              </a:lnSpc>
            </a:pPr>
            <a:r>
              <a:rPr lang="pl-PL" sz="2400" b="1" u="none" strike="noStrike" dirty="0">
                <a:solidFill>
                  <a:schemeClr val="dk1"/>
                </a:solidFill>
                <a:effectLst/>
                <a:uFillTx/>
                <a:latin typeface="Times New Roman"/>
              </a:rPr>
              <a:t>Realizacje usług systemu</a:t>
            </a:r>
            <a:r>
              <a:rPr lang="pl-PL" sz="2400" b="1" dirty="0">
                <a:solidFill>
                  <a:schemeClr val="dk1"/>
                </a:solidFill>
                <a:latin typeface="Times New Roman"/>
              </a:rPr>
              <a:t> Administracja systemem</a:t>
            </a:r>
            <a:r>
              <a:rPr lang="pl-PL" sz="2400" b="1" u="none" strike="noStrike" dirty="0">
                <a:solidFill>
                  <a:schemeClr val="dk1"/>
                </a:solidFill>
                <a:effectLst/>
                <a:uFillTx/>
                <a:latin typeface="Times New Roman"/>
              </a:rPr>
              <a:t>:</a:t>
            </a:r>
            <a:r>
              <a:rPr lang="pl-PL" sz="2400" b="0" u="none" strike="noStrike" dirty="0">
                <a:solidFill>
                  <a:schemeClr val="dk1"/>
                </a:solidFill>
                <a:effectLst/>
                <a:uFillTx/>
                <a:latin typeface="Times New Roman"/>
              </a:rPr>
              <a:t> </a:t>
            </a:r>
            <a:endParaRPr lang="pl-PL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Rectangle 5">
            <a:extLst>
              <a:ext uri="{FF2B5EF4-FFF2-40B4-BE49-F238E27FC236}">
                <a16:creationId xmlns:a16="http://schemas.microsoft.com/office/drawing/2014/main" id="{0A058B81-9A94-31C2-EB87-A5EEE248241A}"/>
              </a:ext>
            </a:extLst>
          </p:cNvPr>
          <p:cNvSpPr/>
          <p:nvPr/>
        </p:nvSpPr>
        <p:spPr>
          <a:xfrm>
            <a:off x="1190520" y="2362320"/>
            <a:ext cx="9143640" cy="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280" rIns="90000" bIns="-44280" anchor="t">
            <a:spAutoFit/>
          </a:bodyPr>
          <a:lstStyle/>
          <a:p>
            <a:pPr defTabSz="449280">
              <a:lnSpc>
                <a:spcPct val="100000"/>
              </a:lnSpc>
            </a:pPr>
            <a:endParaRPr lang="pl-PL" sz="2400" b="0" u="none" strike="noStrike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sp>
        <p:nvSpPr>
          <p:cNvPr id="292" name="PlaceHolder 1">
            <a:extLst>
              <a:ext uri="{FF2B5EF4-FFF2-40B4-BE49-F238E27FC236}">
                <a16:creationId xmlns:a16="http://schemas.microsoft.com/office/drawing/2014/main" id="{F4A0D76B-374C-E3F7-D577-7D20FF8F14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14680" y="571680"/>
            <a:ext cx="5857560" cy="5029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pl-PL" sz="2400" b="0" u="none" strike="noStrike" dirty="0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 realizacji przypadków użycia  </a:t>
            </a:r>
            <a:endParaRPr lang="en-GB" sz="2400" b="0" u="none" strike="noStrike" dirty="0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819DADE-F28E-967A-CF35-195EED56C9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2930" y="1867260"/>
            <a:ext cx="5028473" cy="4424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26550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198592-CFFA-1816-ADAE-6CB88AAC0A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PlaceHolder 1">
            <a:extLst>
              <a:ext uri="{FF2B5EF4-FFF2-40B4-BE49-F238E27FC236}">
                <a16:creationId xmlns:a16="http://schemas.microsoft.com/office/drawing/2014/main" id="{ED6D4C6C-616F-FE20-5270-88208012CE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680" cy="246684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>
              <a:lnSpc>
                <a:spcPct val="100000"/>
              </a:lnSpc>
            </a:pPr>
            <a:r>
              <a:rPr lang="pl-PL" sz="3200" b="0" u="none" strike="noStrike" dirty="0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Diagramy VOPC dla realizacji przypadków użycia Przekształcenie notatki</a:t>
            </a:r>
            <a:endParaRPr lang="en-GB" sz="3200" b="0" u="none" strike="noStrike" dirty="0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57358240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PlaceHolder 1"/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680" cy="5029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>
              <a:lnSpc>
                <a:spcPct val="100000"/>
              </a:lnSpc>
            </a:pPr>
            <a:r>
              <a:rPr lang="pl-PL" sz="2400" b="0" u="none" strike="noStrike" dirty="0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 VOPC dla realizacji przypadku użycia </a:t>
            </a:r>
            <a:r>
              <a:rPr lang="pl-PL" sz="2400" dirty="0">
                <a:solidFill>
                  <a:schemeClr val="accent2">
                    <a:lumMod val="75000"/>
                  </a:schemeClr>
                </a:solidFill>
              </a:rPr>
              <a:t>Przetworzyć notatki odręczne do </a:t>
            </a:r>
            <a:r>
              <a:rPr lang="pl-PL" sz="2400" dirty="0" err="1">
                <a:solidFill>
                  <a:schemeClr val="accent2">
                    <a:lumMod val="75000"/>
                  </a:schemeClr>
                </a:solidFill>
              </a:rPr>
              <a:t>Markdown</a:t>
            </a:r>
            <a:endParaRPr lang="en-GB" sz="2400" b="0" u="none" strike="noStrike" dirty="0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50B9447-3D32-3A1C-04B5-71F0D2DFBE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0023" y="1704734"/>
            <a:ext cx="4143953" cy="3448531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D54BD0-854A-9F80-10CC-CDBB5EEE7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PlaceHolder 1">
            <a:extLst>
              <a:ext uri="{FF2B5EF4-FFF2-40B4-BE49-F238E27FC236}">
                <a16:creationId xmlns:a16="http://schemas.microsoft.com/office/drawing/2014/main" id="{1175EBEC-DF3A-E969-0624-797350A590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680" cy="5029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>
              <a:lnSpc>
                <a:spcPct val="100000"/>
              </a:lnSpc>
            </a:pPr>
            <a:r>
              <a:rPr lang="pl-PL" sz="2400" b="0" u="none" strike="noStrike" dirty="0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 VOPC dla realizacji przypadku użycia </a:t>
            </a:r>
            <a:r>
              <a:rPr lang="pl-PL" sz="2400" dirty="0">
                <a:solidFill>
                  <a:schemeClr val="accent2">
                    <a:lumMod val="75000"/>
                  </a:schemeClr>
                </a:solidFill>
              </a:rPr>
              <a:t>Sterować zachowaniem AI za pomocą </a:t>
            </a:r>
            <a:r>
              <a:rPr lang="pl-PL" sz="2400" dirty="0" err="1">
                <a:solidFill>
                  <a:schemeClr val="accent2">
                    <a:lumMod val="75000"/>
                  </a:schemeClr>
                </a:solidFill>
              </a:rPr>
              <a:t>tagów</a:t>
            </a:r>
            <a:r>
              <a:rPr lang="pl-PL" sz="2400" dirty="0">
                <a:solidFill>
                  <a:schemeClr val="accent2">
                    <a:lumMod val="75000"/>
                  </a:schemeClr>
                </a:solidFill>
              </a:rPr>
              <a:t> &lt;NOTE&gt;</a:t>
            </a:r>
            <a:endParaRPr lang="en-GB" sz="2400" b="0" u="none" strike="noStrike" dirty="0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5708792-387F-C54B-9716-669083A0FA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3392" y="1657102"/>
            <a:ext cx="3877216" cy="3543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62058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F40A61-811D-5903-21FF-6F101D766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PlaceHolder 1">
            <a:extLst>
              <a:ext uri="{FF2B5EF4-FFF2-40B4-BE49-F238E27FC236}">
                <a16:creationId xmlns:a16="http://schemas.microsoft.com/office/drawing/2014/main" id="{ECC21069-C792-AE16-B79C-22E255DC18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680" cy="5029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>
              <a:lnSpc>
                <a:spcPct val="100000"/>
              </a:lnSpc>
            </a:pPr>
            <a:r>
              <a:rPr lang="pl-PL" sz="2400" b="0" u="none" strike="noStrike" dirty="0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 VOPC dla realizacji przypadku użycia Otrzymać potwierdzenie przetworzenia</a:t>
            </a:r>
            <a:endParaRPr lang="en-GB" sz="2400" b="0" u="none" strike="noStrike" dirty="0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0B383E4-204A-5861-C0D5-F063BED317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8970" y="1652339"/>
            <a:ext cx="4906060" cy="3553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3961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C770B5-C9D3-8209-8FF1-A9848FA8E4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PlaceHolder 1">
            <a:extLst>
              <a:ext uri="{FF2B5EF4-FFF2-40B4-BE49-F238E27FC236}">
                <a16:creationId xmlns:a16="http://schemas.microsoft.com/office/drawing/2014/main" id="{A1D9F036-DD56-7704-D9F8-EF88C99FA2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680" cy="5029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>
              <a:lnSpc>
                <a:spcPct val="100000"/>
              </a:lnSpc>
            </a:pPr>
            <a:r>
              <a:rPr lang="pl-PL" sz="2400" b="0" u="none" strike="noStrike" dirty="0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 VOPC dla realizacji przypadku użycia Wysłać notatki</a:t>
            </a:r>
            <a:endParaRPr lang="en-GB" sz="2400" b="0" u="none" strike="noStrike" dirty="0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1C8AC9D-C9A2-9862-F0ED-E78E8960E5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4575" y="1766655"/>
            <a:ext cx="5734850" cy="3324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233142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6CDF5F-FEE1-FA75-40E0-A24C2D584B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PlaceHolder 1">
            <a:extLst>
              <a:ext uri="{FF2B5EF4-FFF2-40B4-BE49-F238E27FC236}">
                <a16:creationId xmlns:a16="http://schemas.microsoft.com/office/drawing/2014/main" id="{8BA7F148-A6DB-0836-ED6B-31AE5F3CFC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680" cy="246684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>
              <a:lnSpc>
                <a:spcPct val="100000"/>
              </a:lnSpc>
            </a:pPr>
            <a:r>
              <a:rPr lang="pl-PL" sz="3200" b="0" u="none" strike="noStrike" dirty="0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Diagramy VOPC dla realizacji przypadków użycia </a:t>
            </a:r>
            <a:r>
              <a:rPr lang="pl-PL" sz="3200" b="0" u="none" strike="noStrike" dirty="0" err="1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Administacja</a:t>
            </a:r>
            <a:r>
              <a:rPr lang="pl-PL" sz="3200" b="0" u="none" strike="noStrike" dirty="0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 systemem</a:t>
            </a:r>
            <a:endParaRPr lang="en-GB" sz="3200" b="0" u="none" strike="noStrike" dirty="0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58761970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1649F6-D35A-B060-5275-F2B8E8A2E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PlaceHolder 1">
            <a:extLst>
              <a:ext uri="{FF2B5EF4-FFF2-40B4-BE49-F238E27FC236}">
                <a16:creationId xmlns:a16="http://schemas.microsoft.com/office/drawing/2014/main" id="{F4FE85F8-90C5-07D1-9700-363E12CE9A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680" cy="5029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>
              <a:lnSpc>
                <a:spcPct val="100000"/>
              </a:lnSpc>
            </a:pPr>
            <a:r>
              <a:rPr lang="pl-PL" sz="2400" b="0" u="none" strike="noStrike" dirty="0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 VOPC dla realizacji przypadku użycia Dodanie użytkownika do systemu</a:t>
            </a:r>
            <a:endParaRPr lang="en-GB" sz="2400" b="0" u="none" strike="noStrike" dirty="0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B5EA7D2-16BE-2A66-1A3C-4BFA51999C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3259" y="1528497"/>
            <a:ext cx="4877481" cy="3801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677163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4994DE-6B46-D88B-9957-F070282FA4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PlaceHolder 1">
            <a:extLst>
              <a:ext uri="{FF2B5EF4-FFF2-40B4-BE49-F238E27FC236}">
                <a16:creationId xmlns:a16="http://schemas.microsoft.com/office/drawing/2014/main" id="{DE40D841-3F2F-595B-1188-F85A5012D7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680" cy="5029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>
              <a:lnSpc>
                <a:spcPct val="100000"/>
              </a:lnSpc>
            </a:pPr>
            <a:r>
              <a:rPr lang="pl-PL" sz="2400" b="0" u="none" strike="noStrike" dirty="0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 VOPC dla realizacji przypadku użycia </a:t>
            </a:r>
            <a:r>
              <a:rPr lang="pl-PL" sz="2400" dirty="0">
                <a:solidFill>
                  <a:schemeClr val="accent2">
                    <a:lumMod val="75000"/>
                  </a:schemeClr>
                </a:solidFill>
              </a:rPr>
              <a:t>Skonfigurować lokalizację zapisu notatek</a:t>
            </a:r>
            <a:endParaRPr lang="en-GB" sz="2400" b="0" u="none" strike="noStrike" dirty="0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7EFCC1A-55A7-FEF3-66DF-76A3648269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3233" y="1528497"/>
            <a:ext cx="5077534" cy="3801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018310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1156E7-B093-C44D-E93C-CD655DD74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PlaceHolder 1">
            <a:extLst>
              <a:ext uri="{FF2B5EF4-FFF2-40B4-BE49-F238E27FC236}">
                <a16:creationId xmlns:a16="http://schemas.microsoft.com/office/drawing/2014/main" id="{AF621885-FDAE-1E20-C77D-C98D9421FB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680" cy="5029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>
              <a:lnSpc>
                <a:spcPct val="100000"/>
              </a:lnSpc>
            </a:pPr>
            <a:r>
              <a:rPr lang="pl-PL" sz="2400" b="0" u="none" strike="noStrike" dirty="0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 VOPC dla realizacji przypadku użycia </a:t>
            </a:r>
            <a:r>
              <a:rPr lang="pl-PL" sz="2400" dirty="0">
                <a:solidFill>
                  <a:schemeClr val="accent2">
                    <a:lumMod val="75000"/>
                  </a:schemeClr>
                </a:solidFill>
              </a:rPr>
              <a:t>Skonfigurować </a:t>
            </a:r>
            <a:r>
              <a:rPr lang="pl-PL" sz="2400" dirty="0" err="1">
                <a:solidFill>
                  <a:schemeClr val="accent2">
                    <a:lumMod val="75000"/>
                  </a:schemeClr>
                </a:solidFill>
              </a:rPr>
              <a:t>token</a:t>
            </a:r>
            <a:r>
              <a:rPr lang="pl-PL" sz="2400" dirty="0">
                <a:solidFill>
                  <a:schemeClr val="accent2">
                    <a:lumMod val="75000"/>
                  </a:schemeClr>
                </a:solidFill>
              </a:rPr>
              <a:t> </a:t>
            </a:r>
            <a:r>
              <a:rPr lang="pl-PL" sz="2400" dirty="0" err="1">
                <a:solidFill>
                  <a:schemeClr val="accent2">
                    <a:lumMod val="75000"/>
                  </a:schemeClr>
                </a:solidFill>
              </a:rPr>
              <a:t>Discord</a:t>
            </a:r>
            <a:endParaRPr lang="en-GB" sz="2400" b="0" u="none" strike="noStrike" dirty="0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972DC82-B36F-02BD-8AA6-1DF2F64CDE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0444" y="1895261"/>
            <a:ext cx="4563112" cy="3067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55649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E06487-3F15-46F7-F8C4-960435C7D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PlaceHolder 1">
            <a:extLst>
              <a:ext uri="{FF2B5EF4-FFF2-40B4-BE49-F238E27FC236}">
                <a16:creationId xmlns:a16="http://schemas.microsoft.com/office/drawing/2014/main" id="{8F879B59-6EB3-6C57-3509-B4DAAA5557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680" cy="5029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>
              <a:lnSpc>
                <a:spcPct val="100000"/>
              </a:lnSpc>
            </a:pPr>
            <a:r>
              <a:rPr lang="pl-PL" sz="2400" b="0" u="none" strike="noStrike" dirty="0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 VOPC dla realizacji przypadku użycia </a:t>
            </a:r>
            <a:r>
              <a:rPr lang="pl-PL" sz="2400" dirty="0">
                <a:solidFill>
                  <a:schemeClr val="accent2">
                    <a:lumMod val="75000"/>
                  </a:schemeClr>
                </a:solidFill>
              </a:rPr>
              <a:t>Wybór modelu AI</a:t>
            </a:r>
            <a:endParaRPr lang="en-GB" sz="2400" b="0" u="none" strike="noStrike" dirty="0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7570644-3AE7-0565-5027-67624AE20D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049" y="2004813"/>
            <a:ext cx="5029902" cy="2848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179131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PlaceHolder 1"/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680" cy="5029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pl-PL" sz="2400" b="0" u="none" strike="noStrike" dirty="0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Definicje klas analitycznych (opis)</a:t>
            </a:r>
            <a:endParaRPr lang="en-GB" sz="2400" b="0" u="none" strike="noStrike" dirty="0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7B1A3E6-B2A8-C8FF-E642-5F26E6434891}"/>
              </a:ext>
            </a:extLst>
          </p:cNvPr>
          <p:cNvSpPr txBox="1"/>
          <p:nvPr/>
        </p:nvSpPr>
        <p:spPr>
          <a:xfrm>
            <a:off x="1189707" y="1795840"/>
            <a:ext cx="6550025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 err="1"/>
              <a:t>DaneDiscord</a:t>
            </a:r>
            <a:r>
              <a:rPr lang="en-GB" dirty="0"/>
              <a:t> Bot: </a:t>
            </a:r>
            <a:endParaRPr lang="pl-PL" dirty="0"/>
          </a:p>
          <a:p>
            <a:r>
              <a:rPr lang="en-GB" dirty="0"/>
              <a:t>Ma </a:t>
            </a:r>
            <a:r>
              <a:rPr lang="en-GB" dirty="0" err="1"/>
              <a:t>możliwość</a:t>
            </a:r>
            <a:r>
              <a:rPr lang="en-GB" dirty="0"/>
              <a:t> </a:t>
            </a:r>
            <a:r>
              <a:rPr lang="en-GB" dirty="0" err="1"/>
              <a:t>dodawania</a:t>
            </a:r>
            <a:r>
              <a:rPr lang="en-GB" dirty="0"/>
              <a:t> </a:t>
            </a:r>
            <a:r>
              <a:rPr lang="en-GB" dirty="0" err="1"/>
              <a:t>użytkowników</a:t>
            </a:r>
            <a:r>
              <a:rPr lang="en-GB" dirty="0"/>
              <a:t> do </a:t>
            </a:r>
            <a:r>
              <a:rPr lang="en-GB" dirty="0" err="1"/>
              <a:t>systemu</a:t>
            </a:r>
            <a:r>
              <a:rPr lang="en-GB" dirty="0"/>
              <a:t> NOTES-AI</a:t>
            </a:r>
            <a:endParaRPr lang="pl-PL" dirty="0"/>
          </a:p>
          <a:p>
            <a:endParaRPr lang="pl-PL" dirty="0"/>
          </a:p>
          <a:p>
            <a:r>
              <a:rPr lang="en-GB" dirty="0"/>
              <a:t>Discord </a:t>
            </a:r>
            <a:r>
              <a:rPr lang="en-GB" dirty="0" err="1"/>
              <a:t>serwer</a:t>
            </a:r>
            <a:r>
              <a:rPr lang="en-GB" dirty="0"/>
              <a:t>: Ruch </a:t>
            </a:r>
            <a:r>
              <a:rPr lang="en-GB" dirty="0" err="1"/>
              <a:t>grupy</a:t>
            </a:r>
            <a:r>
              <a:rPr lang="en-GB" dirty="0"/>
              <a:t> </a:t>
            </a:r>
            <a:r>
              <a:rPr lang="en-GB" dirty="0" err="1"/>
              <a:t>Filozofowie</a:t>
            </a:r>
            <a:r>
              <a:rPr lang="en-GB" dirty="0"/>
              <a:t> </a:t>
            </a:r>
            <a:r>
              <a:rPr lang="en-GB" dirty="0" err="1"/>
              <a:t>Analogowi</a:t>
            </a:r>
            <a:r>
              <a:rPr lang="en-GB" dirty="0"/>
              <a:t> </a:t>
            </a:r>
            <a:r>
              <a:rPr lang="en-GB" dirty="0" err="1"/>
              <a:t>się</a:t>
            </a:r>
            <a:r>
              <a:rPr lang="en-GB" dirty="0"/>
              <a:t> </a:t>
            </a:r>
            <a:r>
              <a:rPr lang="en-GB" dirty="0" err="1"/>
              <a:t>tu</a:t>
            </a:r>
            <a:r>
              <a:rPr lang="en-GB" dirty="0"/>
              <a:t> </a:t>
            </a:r>
            <a:r>
              <a:rPr lang="en-GB" dirty="0" err="1"/>
              <a:t>odbywa</a:t>
            </a:r>
            <a:r>
              <a:rPr lang="en-GB" dirty="0"/>
              <a:t>.</a:t>
            </a:r>
            <a:endParaRPr lang="pl-PL" dirty="0"/>
          </a:p>
          <a:p>
            <a:endParaRPr lang="pl-PL" dirty="0"/>
          </a:p>
          <a:p>
            <a:r>
              <a:rPr lang="en-GB" dirty="0" err="1"/>
              <a:t>Lokalizacja</a:t>
            </a:r>
            <a:r>
              <a:rPr lang="en-GB" dirty="0"/>
              <a:t> </a:t>
            </a:r>
            <a:r>
              <a:rPr lang="en-GB" dirty="0" err="1"/>
              <a:t>zapisu</a:t>
            </a:r>
            <a:r>
              <a:rPr lang="en-GB" dirty="0"/>
              <a:t> </a:t>
            </a:r>
            <a:r>
              <a:rPr lang="en-GB" dirty="0" err="1"/>
              <a:t>notatek</a:t>
            </a:r>
            <a:r>
              <a:rPr lang="en-GB" dirty="0"/>
              <a:t> Markdown: </a:t>
            </a:r>
            <a:r>
              <a:rPr lang="en-GB" dirty="0" err="1"/>
              <a:t>MIejsce</a:t>
            </a:r>
            <a:r>
              <a:rPr lang="en-GB" dirty="0"/>
              <a:t>, z </a:t>
            </a:r>
            <a:r>
              <a:rPr lang="en-GB" dirty="0" err="1"/>
              <a:t>którego</a:t>
            </a:r>
            <a:r>
              <a:rPr lang="en-GB" dirty="0"/>
              <a:t> </a:t>
            </a:r>
            <a:r>
              <a:rPr lang="en-GB" dirty="0" err="1"/>
              <a:t>użytkownik</a:t>
            </a:r>
            <a:r>
              <a:rPr lang="en-GB" dirty="0"/>
              <a:t> </a:t>
            </a:r>
            <a:r>
              <a:rPr lang="en-GB" dirty="0" err="1"/>
              <a:t>będzie</a:t>
            </a:r>
            <a:r>
              <a:rPr lang="en-GB" dirty="0"/>
              <a:t> </a:t>
            </a:r>
            <a:r>
              <a:rPr lang="en-GB" dirty="0" err="1"/>
              <a:t>przeglądał</a:t>
            </a:r>
            <a:r>
              <a:rPr lang="en-GB" dirty="0"/>
              <a:t> </a:t>
            </a:r>
            <a:r>
              <a:rPr lang="en-GB" dirty="0" err="1"/>
              <a:t>notatki</a:t>
            </a:r>
            <a:r>
              <a:rPr lang="en-GB" dirty="0"/>
              <a:t> w </a:t>
            </a:r>
            <a:r>
              <a:rPr lang="en-GB" dirty="0" err="1"/>
              <a:t>programie</a:t>
            </a:r>
            <a:r>
              <a:rPr lang="en-GB" dirty="0"/>
              <a:t> </a:t>
            </a:r>
            <a:endParaRPr lang="pl-PL" dirty="0"/>
          </a:p>
          <a:p>
            <a:endParaRPr lang="pl-PL" dirty="0"/>
          </a:p>
          <a:p>
            <a:r>
              <a:rPr lang="en-GB" dirty="0" err="1"/>
              <a:t>ObsidianObsidian</a:t>
            </a:r>
            <a:r>
              <a:rPr lang="en-GB" dirty="0"/>
              <a:t>: </a:t>
            </a:r>
            <a:r>
              <a:rPr lang="en-GB" dirty="0" err="1"/>
              <a:t>Aplikacja</a:t>
            </a:r>
            <a:r>
              <a:rPr lang="en-GB" dirty="0"/>
              <a:t> do </a:t>
            </a:r>
            <a:r>
              <a:rPr lang="en-GB" dirty="0" err="1"/>
              <a:t>przeglądania</a:t>
            </a:r>
            <a:r>
              <a:rPr lang="en-GB" dirty="0"/>
              <a:t> </a:t>
            </a:r>
            <a:r>
              <a:rPr lang="en-GB" dirty="0" err="1"/>
              <a:t>notatek</a:t>
            </a:r>
            <a:endParaRPr lang="pl-PL" dirty="0"/>
          </a:p>
          <a:p>
            <a:endParaRPr lang="pl-PL" dirty="0"/>
          </a:p>
          <a:p>
            <a:r>
              <a:rPr lang="en-GB" dirty="0" err="1"/>
              <a:t>Użytkownik</a:t>
            </a:r>
            <a:r>
              <a:rPr lang="en-GB" dirty="0"/>
              <a:t>: </a:t>
            </a:r>
            <a:r>
              <a:rPr lang="en-GB" dirty="0" err="1"/>
              <a:t>Użytkownik</a:t>
            </a:r>
            <a:r>
              <a:rPr lang="en-GB" dirty="0"/>
              <a:t> </a:t>
            </a:r>
            <a:r>
              <a:rPr lang="en-GB" dirty="0" err="1"/>
              <a:t>systemu</a:t>
            </a:r>
            <a:r>
              <a:rPr lang="en-GB" dirty="0"/>
              <a:t> NOTES-</a:t>
            </a:r>
            <a:r>
              <a:rPr lang="en-GB" dirty="0" err="1"/>
              <a:t>AIZaplecze</a:t>
            </a:r>
            <a:r>
              <a:rPr lang="en-GB" dirty="0"/>
              <a:t> </a:t>
            </a:r>
            <a:r>
              <a:rPr lang="en-GB" dirty="0" err="1"/>
              <a:t>systemu</a:t>
            </a:r>
            <a:r>
              <a:rPr lang="en-GB" dirty="0"/>
              <a:t> notes AI: </a:t>
            </a:r>
            <a:r>
              <a:rPr lang="en-GB" dirty="0" err="1"/>
              <a:t>Zaplecze</a:t>
            </a:r>
            <a:r>
              <a:rPr lang="en-GB" dirty="0"/>
              <a:t> Notes AI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F134BB-EA96-9709-2D51-9544D8F09A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PlaceHolder 1">
            <a:extLst>
              <a:ext uri="{FF2B5EF4-FFF2-40B4-BE49-F238E27FC236}">
                <a16:creationId xmlns:a16="http://schemas.microsoft.com/office/drawing/2014/main" id="{7254AD81-FFC4-5938-72FE-A4EF942D1A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680" cy="5029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pl-PL" sz="2400" b="0" u="none" strike="noStrike" dirty="0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Definicje klas analitycznych (opis cd.)</a:t>
            </a:r>
            <a:endParaRPr lang="en-GB" sz="2400" b="0" u="none" strike="noStrike" dirty="0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D60B10A-F768-9633-5F68-865A438EFBB7}"/>
              </a:ext>
            </a:extLst>
          </p:cNvPr>
          <p:cNvSpPr txBox="1"/>
          <p:nvPr/>
        </p:nvSpPr>
        <p:spPr>
          <a:xfrm>
            <a:off x="312202" y="1148140"/>
            <a:ext cx="8057097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1600" dirty="0"/>
              <a:t>Dane Aplikacja </a:t>
            </a:r>
          </a:p>
          <a:p>
            <a:r>
              <a:rPr lang="pl-PL" sz="1600" dirty="0" err="1"/>
              <a:t>Obsidian</a:t>
            </a:r>
            <a:r>
              <a:rPr lang="pl-PL" sz="1600" dirty="0"/>
              <a:t>: Aplikacja </a:t>
            </a:r>
            <a:r>
              <a:rPr lang="pl-PL" sz="1600" dirty="0" err="1"/>
              <a:t>Obsidian</a:t>
            </a:r>
            <a:r>
              <a:rPr lang="pl-PL" sz="1600" dirty="0"/>
              <a:t>, na której użytkownik może wyświetlić notatkę </a:t>
            </a:r>
            <a:r>
              <a:rPr lang="pl-PL" sz="1600" dirty="0" err="1"/>
              <a:t>Markdown</a:t>
            </a:r>
            <a:endParaRPr lang="pl-PL" sz="1600" dirty="0"/>
          </a:p>
          <a:p>
            <a:endParaRPr lang="pl-PL" sz="1600" dirty="0"/>
          </a:p>
          <a:p>
            <a:r>
              <a:rPr lang="pl-PL" sz="1600" dirty="0"/>
              <a:t>Bot </a:t>
            </a:r>
            <a:r>
              <a:rPr lang="pl-PL" sz="1600" dirty="0" err="1"/>
              <a:t>Discord</a:t>
            </a:r>
            <a:r>
              <a:rPr lang="pl-PL" sz="1600" dirty="0"/>
              <a:t>: Bot śledzący aktywność na serwerze </a:t>
            </a:r>
            <a:r>
              <a:rPr lang="pl-PL" sz="1600" dirty="0" err="1"/>
              <a:t>discord</a:t>
            </a:r>
            <a:r>
              <a:rPr lang="pl-PL" sz="1600" dirty="0"/>
              <a:t>, reaguje na wgrane zdjęcia.</a:t>
            </a:r>
          </a:p>
          <a:p>
            <a:endParaRPr lang="pl-PL" sz="1600" dirty="0"/>
          </a:p>
          <a:p>
            <a:r>
              <a:rPr lang="pl-PL" sz="1600" dirty="0"/>
              <a:t>Kolejka zdjęć: Przechowuje w odpowiedniej </a:t>
            </a:r>
            <a:r>
              <a:rPr lang="pl-PL" sz="1600" dirty="0" err="1"/>
              <a:t>kolejości</a:t>
            </a:r>
            <a:r>
              <a:rPr lang="pl-PL" sz="1600" dirty="0"/>
              <a:t> zdjęcia wgrywane do zaplecza systemu w celu przetworzenia </a:t>
            </a:r>
            <a:r>
              <a:rPr lang="pl-PL" sz="1600" dirty="0" err="1"/>
              <a:t>bezprzeciążenia</a:t>
            </a:r>
            <a:r>
              <a:rPr lang="pl-PL" sz="1600" dirty="0"/>
              <a:t> infrastruktury.</a:t>
            </a:r>
          </a:p>
          <a:p>
            <a:endParaRPr lang="pl-PL" sz="1600" dirty="0"/>
          </a:p>
          <a:p>
            <a:r>
              <a:rPr lang="pl-PL" sz="1600" dirty="0"/>
              <a:t>Notatka analogowa: Zdjęcie notatki ręcznie napisanej przez użytkownika systemu.</a:t>
            </a:r>
          </a:p>
          <a:p>
            <a:endParaRPr lang="pl-PL" sz="1600" dirty="0"/>
          </a:p>
          <a:p>
            <a:r>
              <a:rPr lang="pl-PL" sz="1600" dirty="0"/>
              <a:t>Notatka </a:t>
            </a:r>
            <a:r>
              <a:rPr lang="pl-PL" sz="1600" dirty="0" err="1"/>
              <a:t>Markdown</a:t>
            </a:r>
            <a:r>
              <a:rPr lang="pl-PL" sz="1600" dirty="0"/>
              <a:t>: </a:t>
            </a:r>
            <a:r>
              <a:rPr lang="pl-PL" sz="1600" dirty="0" err="1"/>
              <a:t>Zdigitalizowana</a:t>
            </a:r>
            <a:r>
              <a:rPr lang="pl-PL" sz="1600" dirty="0"/>
              <a:t> notatka użytkownika po obsłużeniu przez system NOTES-AI</a:t>
            </a:r>
          </a:p>
          <a:p>
            <a:endParaRPr lang="pl-PL" sz="1600" dirty="0"/>
          </a:p>
          <a:p>
            <a:r>
              <a:rPr lang="pl-PL" sz="1600" dirty="0"/>
              <a:t>Silnik do inferencji dużych modeli językowych: Silnik do inferencji LLM, np. </a:t>
            </a:r>
            <a:r>
              <a:rPr lang="pl-PL" sz="1600" dirty="0" err="1"/>
              <a:t>Ollama</a:t>
            </a:r>
            <a:r>
              <a:rPr lang="pl-PL" sz="1600" dirty="0"/>
              <a:t>, przetwarza </a:t>
            </a:r>
            <a:r>
              <a:rPr lang="pl-PL" sz="1600" dirty="0" err="1"/>
              <a:t>zdjecia</a:t>
            </a:r>
            <a:r>
              <a:rPr lang="pl-PL" sz="1600" dirty="0"/>
              <a:t> na </a:t>
            </a:r>
            <a:r>
              <a:rPr lang="pl-PL" sz="1600" dirty="0" err="1"/>
              <a:t>markdown</a:t>
            </a:r>
            <a:endParaRPr lang="pl-PL" sz="1600" dirty="0"/>
          </a:p>
          <a:p>
            <a:endParaRPr lang="pl-PL" sz="1600" dirty="0"/>
          </a:p>
          <a:p>
            <a:r>
              <a:rPr lang="pl-PL" sz="1600" dirty="0"/>
              <a:t>Użytkownik: Wgrywa zdjęcia notatek do systemu NOTES-AI</a:t>
            </a:r>
          </a:p>
          <a:p>
            <a:endParaRPr lang="pl-PL" sz="1600" dirty="0"/>
          </a:p>
          <a:p>
            <a:r>
              <a:rPr lang="pl-PL" sz="1600" dirty="0"/>
              <a:t>Zaplecze przetwarzające notatki: Zaplecze systemu NOTES-AI z całą niewidoczną infrastrukturą</a:t>
            </a:r>
            <a:endParaRPr lang="en-GB" sz="1600" dirty="0"/>
          </a:p>
        </p:txBody>
      </p:sp>
    </p:spTree>
    <p:extLst>
      <p:ext uri="{BB962C8B-B14F-4D97-AF65-F5344CB8AC3E}">
        <p14:creationId xmlns:p14="http://schemas.microsoft.com/office/powerpoint/2010/main" val="209705060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37464-604D-89E6-DFB2-DA6EF5A4AE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PlaceHolder 1">
            <a:extLst>
              <a:ext uri="{FF2B5EF4-FFF2-40B4-BE49-F238E27FC236}">
                <a16:creationId xmlns:a16="http://schemas.microsoft.com/office/drawing/2014/main" id="{C6EFC421-F3EE-92B4-E0A0-E9846FBC1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680" cy="5029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>
              <a:lnSpc>
                <a:spcPct val="100000"/>
              </a:lnSpc>
            </a:pPr>
            <a:r>
              <a:rPr lang="pl-PL" sz="2400" dirty="0">
                <a:solidFill>
                  <a:schemeClr val="accent2">
                    <a:lumMod val="75000"/>
                  </a:schemeClr>
                </a:solidFill>
              </a:rPr>
              <a:t>Klasy analityczne administracji systemem</a:t>
            </a:r>
            <a:r>
              <a:rPr lang="pl-PL" sz="2400" b="0" u="none" strike="noStrike" dirty="0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(diagram)</a:t>
            </a:r>
            <a:endParaRPr lang="en-GB" sz="2400" b="0" u="none" strike="noStrike" dirty="0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FE85079-22CD-6053-DD40-CE2E381DC6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880" y="1547630"/>
            <a:ext cx="7672911" cy="44848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610654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4519ED-D0CC-1C26-C6A0-04B7AECBA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PlaceHolder 1">
            <a:extLst>
              <a:ext uri="{FF2B5EF4-FFF2-40B4-BE49-F238E27FC236}">
                <a16:creationId xmlns:a16="http://schemas.microsoft.com/office/drawing/2014/main" id="{05E2A5E6-AC06-6EBB-F2B2-48331976DD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680" cy="5029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>
              <a:lnSpc>
                <a:spcPct val="100000"/>
              </a:lnSpc>
            </a:pPr>
            <a:r>
              <a:rPr lang="pl-PL" sz="2400" dirty="0">
                <a:solidFill>
                  <a:schemeClr val="accent2">
                    <a:lumMod val="75000"/>
                  </a:schemeClr>
                </a:solidFill>
              </a:rPr>
              <a:t>Klasy analityczne obszaru przekształcenia notatki</a:t>
            </a:r>
            <a:r>
              <a:rPr lang="pl-PL" sz="2400" b="0" u="none" strike="noStrike" dirty="0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(diagram)</a:t>
            </a:r>
            <a:endParaRPr lang="en-GB" sz="2400" b="0" u="none" strike="noStrike" dirty="0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BAD1EB8-8F7A-5DF8-F0B7-F8F221AA07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613" y="1635369"/>
            <a:ext cx="7382214" cy="4003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36972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PlaceHolder 1"/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680" cy="5029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pl-PL" sz="2400" b="0" u="none" strike="noStrik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 sekwencji dla realizacji przypadku użycia xxx</a:t>
            </a:r>
            <a:endParaRPr lang="en-GB" sz="2400" b="0" u="none" strike="noStrike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1C2BA9-A218-9A4F-5486-8910FFC7DF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>
            <a:extLst>
              <a:ext uri="{FF2B5EF4-FFF2-40B4-BE49-F238E27FC236}">
                <a16:creationId xmlns:a16="http://schemas.microsoft.com/office/drawing/2014/main" id="{9CF4A4A3-26FC-BE49-B86F-2751EE9B46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3160" y="2470150"/>
            <a:ext cx="7357680" cy="174625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>
              <a:lnSpc>
                <a:spcPct val="100000"/>
              </a:lnSpc>
            </a:pPr>
            <a:r>
              <a:rPr lang="pl-PL" sz="3600" b="0" u="none" strike="noStrike" dirty="0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Diagramy komunikacji dla realizacji przypadków użycia Przekształcenie notatki</a:t>
            </a:r>
            <a:endParaRPr lang="en-GB" sz="3600" b="0" u="none" strike="noStrike" dirty="0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87787279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/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680" cy="5029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>
              <a:lnSpc>
                <a:spcPct val="100000"/>
              </a:lnSpc>
            </a:pPr>
            <a:r>
              <a:rPr lang="pl-PL" sz="2400" b="0" u="none" strike="noStrike" dirty="0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 komunikacji dla realizacji przypadku użycia </a:t>
            </a:r>
            <a:r>
              <a:rPr lang="pl-PL" sz="2400" dirty="0">
                <a:solidFill>
                  <a:schemeClr val="accent2">
                    <a:lumMod val="75000"/>
                  </a:schemeClr>
                </a:solidFill>
              </a:rPr>
              <a:t>Przetworzyć notatki odręczne do </a:t>
            </a:r>
            <a:r>
              <a:rPr lang="pl-PL" sz="2400" dirty="0" err="1">
                <a:solidFill>
                  <a:schemeClr val="accent2">
                    <a:lumMod val="75000"/>
                  </a:schemeClr>
                </a:solidFill>
              </a:rPr>
              <a:t>Markdown</a:t>
            </a:r>
            <a:endParaRPr lang="en-GB" sz="2400" b="0" u="none" strike="noStrike" dirty="0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434A76B-579E-FA21-F8CA-7F05F58F33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915" y="1085523"/>
            <a:ext cx="8564170" cy="4686954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1BF375-E633-228E-7191-803D529FD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>
            <a:extLst>
              <a:ext uri="{FF2B5EF4-FFF2-40B4-BE49-F238E27FC236}">
                <a16:creationId xmlns:a16="http://schemas.microsoft.com/office/drawing/2014/main" id="{93348401-571F-00F3-F4D0-804EE8A4F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680" cy="5029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>
              <a:lnSpc>
                <a:spcPct val="100000"/>
              </a:lnSpc>
            </a:pPr>
            <a:r>
              <a:rPr lang="pl-PL" sz="2400" b="0" u="none" strike="noStrike" dirty="0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 komunikacji dla realizacji przypadku użycia </a:t>
            </a:r>
            <a:r>
              <a:rPr lang="pl-PL" sz="2400" dirty="0">
                <a:solidFill>
                  <a:schemeClr val="accent2">
                    <a:lumMod val="75000"/>
                  </a:schemeClr>
                </a:solidFill>
              </a:rPr>
              <a:t>Sterować zachowaniem AI za pomocą </a:t>
            </a:r>
            <a:r>
              <a:rPr lang="pl-PL" sz="2400" dirty="0" err="1">
                <a:solidFill>
                  <a:schemeClr val="accent2">
                    <a:lumMod val="75000"/>
                  </a:schemeClr>
                </a:solidFill>
              </a:rPr>
              <a:t>tagów</a:t>
            </a:r>
            <a:r>
              <a:rPr lang="pl-PL" sz="2400" dirty="0">
                <a:solidFill>
                  <a:schemeClr val="accent2">
                    <a:lumMod val="75000"/>
                  </a:schemeClr>
                </a:solidFill>
              </a:rPr>
              <a:t> &lt;NOTE&gt;</a:t>
            </a:r>
            <a:endParaRPr lang="en-GB" sz="2400" b="0" u="none" strike="noStrike" dirty="0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4C0ACCC-F229-D689-3190-92293E0421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6416" y="1171260"/>
            <a:ext cx="6211167" cy="4515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412590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566554-F549-0330-7148-2DA53DE5B9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>
            <a:extLst>
              <a:ext uri="{FF2B5EF4-FFF2-40B4-BE49-F238E27FC236}">
                <a16:creationId xmlns:a16="http://schemas.microsoft.com/office/drawing/2014/main" id="{FF58FCD3-3E39-FEBF-F4C6-DED59B0303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680" cy="5029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>
              <a:lnSpc>
                <a:spcPct val="100000"/>
              </a:lnSpc>
            </a:pPr>
            <a:r>
              <a:rPr lang="pl-PL" sz="2400" b="0" u="none" strike="noStrike" dirty="0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 komunikacji dla realizacji przypadku użycia </a:t>
            </a:r>
            <a:r>
              <a:rPr lang="pl-PL" sz="2400" dirty="0">
                <a:solidFill>
                  <a:schemeClr val="accent2">
                    <a:lumMod val="75000"/>
                  </a:schemeClr>
                </a:solidFill>
              </a:rPr>
              <a:t>Otrzymać potwierdzenie przetworzenia</a:t>
            </a:r>
            <a:endParaRPr lang="en-GB" sz="2400" b="0" u="none" strike="noStrike" dirty="0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5B8D31F-631B-3F0B-AB96-A0665EB28E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16" y="1109339"/>
            <a:ext cx="7297168" cy="4639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721027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34A673-D4B2-E5FB-94BE-21E4589EFA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>
            <a:extLst>
              <a:ext uri="{FF2B5EF4-FFF2-40B4-BE49-F238E27FC236}">
                <a16:creationId xmlns:a16="http://schemas.microsoft.com/office/drawing/2014/main" id="{C6593BCC-54ED-BECF-58B5-E0FE5EBCF7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680" cy="5029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>
              <a:lnSpc>
                <a:spcPct val="100000"/>
              </a:lnSpc>
            </a:pPr>
            <a:r>
              <a:rPr lang="pl-PL" sz="2400" b="0" u="none" strike="noStrike" dirty="0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 komunikacji dla realizacji przypadku użycia </a:t>
            </a:r>
            <a:r>
              <a:rPr lang="pl-PL" sz="2400" dirty="0">
                <a:solidFill>
                  <a:schemeClr val="accent2">
                    <a:lumMod val="75000"/>
                  </a:schemeClr>
                </a:solidFill>
              </a:rPr>
              <a:t>Wysłać notatki</a:t>
            </a:r>
            <a:endParaRPr lang="en-GB" sz="2400" b="0" u="none" strike="noStrike" dirty="0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7C1AC55-134B-1BA1-1EE3-28FF7E68D3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968" y="1128391"/>
            <a:ext cx="7078063" cy="4601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479014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F38B9A-EC9A-4F6C-54E8-434090330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>
            <a:extLst>
              <a:ext uri="{FF2B5EF4-FFF2-40B4-BE49-F238E27FC236}">
                <a16:creationId xmlns:a16="http://schemas.microsoft.com/office/drawing/2014/main" id="{0E84E56A-F0E2-30B4-C257-395A2E8276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3160" y="2470150"/>
            <a:ext cx="7357680" cy="174625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>
              <a:lnSpc>
                <a:spcPct val="100000"/>
              </a:lnSpc>
            </a:pPr>
            <a:r>
              <a:rPr lang="pl-PL" sz="3600" b="0" u="none" strike="noStrike" dirty="0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Diagramy komunikacji dla realizacji przypadków użycia Administracji systemem</a:t>
            </a:r>
            <a:endParaRPr lang="en-GB" sz="3600" b="0" u="none" strike="noStrike" dirty="0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72376209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6C073E-0EC7-9C56-7976-352D852463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>
            <a:extLst>
              <a:ext uri="{FF2B5EF4-FFF2-40B4-BE49-F238E27FC236}">
                <a16:creationId xmlns:a16="http://schemas.microsoft.com/office/drawing/2014/main" id="{F3852AE7-7B53-A62E-4B9A-FE9046461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680" cy="5029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>
              <a:lnSpc>
                <a:spcPct val="100000"/>
              </a:lnSpc>
            </a:pPr>
            <a:r>
              <a:rPr lang="pl-PL" sz="2400" b="0" u="none" strike="noStrike" dirty="0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 komunikacji dla realizacji przypadku użycia </a:t>
            </a:r>
            <a:r>
              <a:rPr lang="pl-PL" sz="2400" dirty="0">
                <a:solidFill>
                  <a:schemeClr val="accent2">
                    <a:lumMod val="75000"/>
                  </a:schemeClr>
                </a:solidFill>
              </a:rPr>
              <a:t>Dodanie użytkownika do systemu</a:t>
            </a:r>
            <a:endParaRPr lang="en-GB" sz="2400" b="0" u="none" strike="noStrike" dirty="0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50D68F4-DB0B-04BF-CC83-3729920DC8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679" y="1104575"/>
            <a:ext cx="7106642" cy="4648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631588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46DD5-180E-BD40-55BA-DD6171E0F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>
            <a:extLst>
              <a:ext uri="{FF2B5EF4-FFF2-40B4-BE49-F238E27FC236}">
                <a16:creationId xmlns:a16="http://schemas.microsoft.com/office/drawing/2014/main" id="{F40C808C-6183-E9B0-964E-DADAD53140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680" cy="5029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>
              <a:lnSpc>
                <a:spcPct val="100000"/>
              </a:lnSpc>
            </a:pPr>
            <a:r>
              <a:rPr lang="pl-PL" sz="2400" b="0" u="none" strike="noStrike" dirty="0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 komunikacji dla realizacji przypadku użycia </a:t>
            </a:r>
            <a:r>
              <a:rPr lang="pl-PL" sz="2400" dirty="0">
                <a:solidFill>
                  <a:schemeClr val="accent2">
                    <a:lumMod val="75000"/>
                  </a:schemeClr>
                </a:solidFill>
              </a:rPr>
              <a:t>Skonfigurować lokalizację zapisu notatek</a:t>
            </a:r>
            <a:endParaRPr lang="en-GB" sz="2400" b="0" u="none" strike="noStrike" dirty="0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DD9B6F1-F828-9CED-D11C-50B16D9093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547" y="1190312"/>
            <a:ext cx="7020905" cy="4477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982512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C9D6A8-1E44-9BF1-8E6A-1862154793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>
            <a:extLst>
              <a:ext uri="{FF2B5EF4-FFF2-40B4-BE49-F238E27FC236}">
                <a16:creationId xmlns:a16="http://schemas.microsoft.com/office/drawing/2014/main" id="{C3159C7B-F199-1202-6F69-F7F4FE48BE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680" cy="5029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>
              <a:lnSpc>
                <a:spcPct val="100000"/>
              </a:lnSpc>
            </a:pPr>
            <a:r>
              <a:rPr lang="pl-PL" sz="2400" b="0" u="none" strike="noStrike" dirty="0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 komunikacji dla realizacji przypadku użycia </a:t>
            </a:r>
            <a:r>
              <a:rPr lang="pl-PL" sz="2400" dirty="0">
                <a:solidFill>
                  <a:schemeClr val="accent2">
                    <a:lumMod val="75000"/>
                  </a:schemeClr>
                </a:solidFill>
              </a:rPr>
              <a:t>Skonfigurować ścieżkę do </a:t>
            </a:r>
            <a:r>
              <a:rPr lang="pl-PL" sz="2400" dirty="0" err="1">
                <a:solidFill>
                  <a:schemeClr val="accent2">
                    <a:lumMod val="75000"/>
                  </a:schemeClr>
                </a:solidFill>
              </a:rPr>
              <a:t>Obsidian</a:t>
            </a:r>
            <a:r>
              <a:rPr lang="pl-PL" sz="2400" dirty="0">
                <a:solidFill>
                  <a:schemeClr val="accent2">
                    <a:lumMod val="75000"/>
                  </a:schemeClr>
                </a:solidFill>
              </a:rPr>
              <a:t> </a:t>
            </a:r>
            <a:r>
              <a:rPr lang="pl-PL" sz="2400" dirty="0" err="1">
                <a:solidFill>
                  <a:schemeClr val="accent2">
                    <a:lumMod val="75000"/>
                  </a:schemeClr>
                </a:solidFill>
              </a:rPr>
              <a:t>Vault</a:t>
            </a:r>
            <a:endParaRPr lang="en-GB" sz="2400" b="0" u="none" strike="noStrike" dirty="0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C74EA45-16F7-C25C-2F68-FBF1CF8114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8785" y="1199839"/>
            <a:ext cx="6306430" cy="4458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91660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DA3BD-36DA-499B-3674-D8CDDF50D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>
            <a:extLst>
              <a:ext uri="{FF2B5EF4-FFF2-40B4-BE49-F238E27FC236}">
                <a16:creationId xmlns:a16="http://schemas.microsoft.com/office/drawing/2014/main" id="{C1C20E19-34C7-8956-179A-A2DE626FF3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680" cy="5029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>
              <a:lnSpc>
                <a:spcPct val="100000"/>
              </a:lnSpc>
            </a:pPr>
            <a:r>
              <a:rPr lang="pl-PL" sz="2400" b="0" u="none" strike="noStrike" dirty="0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 komunikacji dla realizacji przypadku użycia </a:t>
            </a:r>
            <a:r>
              <a:rPr lang="pl-PL" sz="2400" dirty="0">
                <a:solidFill>
                  <a:schemeClr val="accent2">
                    <a:lumMod val="75000"/>
                  </a:schemeClr>
                </a:solidFill>
              </a:rPr>
              <a:t>Skonfigurować </a:t>
            </a:r>
            <a:r>
              <a:rPr lang="pl-PL" sz="2400" dirty="0" err="1">
                <a:solidFill>
                  <a:schemeClr val="accent2">
                    <a:lumMod val="75000"/>
                  </a:schemeClr>
                </a:solidFill>
              </a:rPr>
              <a:t>token</a:t>
            </a:r>
            <a:r>
              <a:rPr lang="pl-PL" sz="2400" dirty="0">
                <a:solidFill>
                  <a:schemeClr val="accent2">
                    <a:lumMod val="75000"/>
                  </a:schemeClr>
                </a:solidFill>
              </a:rPr>
              <a:t> </a:t>
            </a:r>
            <a:r>
              <a:rPr lang="pl-PL" sz="2400" dirty="0" err="1">
                <a:solidFill>
                  <a:schemeClr val="accent2">
                    <a:lumMod val="75000"/>
                  </a:schemeClr>
                </a:solidFill>
              </a:rPr>
              <a:t>Discord</a:t>
            </a:r>
            <a:endParaRPr lang="en-GB" sz="2400" b="0" u="none" strike="noStrike" dirty="0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CBEFDA1-04C2-3C19-F606-25DCCE9AFC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8258" y="1004549"/>
            <a:ext cx="6687483" cy="4848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906331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00E11C-BDFD-FC9A-1D03-F1B73259EE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>
            <a:extLst>
              <a:ext uri="{FF2B5EF4-FFF2-40B4-BE49-F238E27FC236}">
                <a16:creationId xmlns:a16="http://schemas.microsoft.com/office/drawing/2014/main" id="{00ABF125-2384-AEED-8120-19434F5FB8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680" cy="5029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>
              <a:lnSpc>
                <a:spcPct val="100000"/>
              </a:lnSpc>
            </a:pPr>
            <a:r>
              <a:rPr lang="pl-PL" sz="2400" b="0" u="none" strike="noStrike" dirty="0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 komunikacji dla realizacji przypadku użycia </a:t>
            </a:r>
            <a:r>
              <a:rPr lang="pl-PL" sz="2400" dirty="0">
                <a:solidFill>
                  <a:schemeClr val="accent2">
                    <a:lumMod val="75000"/>
                  </a:schemeClr>
                </a:solidFill>
              </a:rPr>
              <a:t>Wybór modelu AI</a:t>
            </a:r>
            <a:endParaRPr lang="en-GB" sz="2400" b="0" u="none" strike="noStrike" dirty="0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0DFB1B4-23F9-B050-DF95-D0C0236E45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363" y="1080760"/>
            <a:ext cx="7697274" cy="4696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310197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Text Box 1"/>
          <p:cNvSpPr/>
          <p:nvPr/>
        </p:nvSpPr>
        <p:spPr>
          <a:xfrm>
            <a:off x="642960" y="500040"/>
            <a:ext cx="7772040" cy="143172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49280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</a:tabLst>
            </a:pPr>
            <a:r>
              <a:rPr lang="pl-PL" sz="44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alibri"/>
              </a:rPr>
              <a:t>Projektowanie </a:t>
            </a:r>
            <a:r>
              <a:rPr lang="en-GB" sz="44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alibri"/>
              </a:rPr>
              <a:t>system</a:t>
            </a:r>
            <a:r>
              <a:rPr lang="pl-PL" sz="44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alibri"/>
              </a:rPr>
              <a:t>u</a:t>
            </a:r>
            <a:r>
              <a:rPr lang="en-GB" sz="44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alibri"/>
              </a:rPr>
              <a:t> </a:t>
            </a:r>
            <a:r>
              <a:rPr lang="pl-PL" sz="44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alibri"/>
              </a:rPr>
              <a:t>xxx</a:t>
            </a:r>
            <a:endParaRPr lang="pl-PL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Text Box 2"/>
          <p:cNvSpPr/>
          <p:nvPr/>
        </p:nvSpPr>
        <p:spPr>
          <a:xfrm>
            <a:off x="500040" y="2286000"/>
            <a:ext cx="8143560" cy="411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 defTabSz="449280">
              <a:lnSpc>
                <a:spcPct val="100000"/>
              </a:lnSpc>
              <a:spcBef>
                <a:spcPts val="601"/>
              </a:spcBef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</a:tabLst>
            </a:pPr>
            <a:r>
              <a:rPr lang="en-GB" sz="2800" b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Nazwa </a:t>
            </a:r>
            <a:r>
              <a:rPr lang="en-GB" sz="2800" b="0" u="none" strike="noStrike" dirty="0" err="1">
                <a:solidFill>
                  <a:srgbClr val="000000"/>
                </a:solidFill>
                <a:effectLst/>
                <a:uFillTx/>
                <a:latin typeface="Times New Roman"/>
              </a:rPr>
              <a:t>projektu</a:t>
            </a:r>
            <a:r>
              <a:rPr lang="en-GB" sz="2800" b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: </a:t>
            </a:r>
            <a:r>
              <a:rPr lang="pl-PL" sz="2800" b="0" u="none" strike="noStrike" dirty="0">
                <a:solidFill>
                  <a:schemeClr val="dk1"/>
                </a:solidFill>
                <a:effectLst/>
                <a:uFillTx/>
                <a:latin typeface="Times New Roman"/>
              </a:rPr>
              <a:t>xxx</a:t>
            </a:r>
            <a:endParaRPr lang="pl-PL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49280">
              <a:lnSpc>
                <a:spcPct val="100000"/>
              </a:lnSpc>
              <a:spcBef>
                <a:spcPts val="601"/>
              </a:spcBef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</a:tabLst>
            </a:pPr>
            <a:endParaRPr lang="pl-PL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49280">
              <a:lnSpc>
                <a:spcPct val="100000"/>
              </a:lnSpc>
              <a:spcBef>
                <a:spcPts val="601"/>
              </a:spcBef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</a:tabLst>
            </a:pPr>
            <a:r>
              <a:rPr lang="en-GB" sz="2800" b="0" u="none" strike="noStrike" dirty="0" err="1">
                <a:solidFill>
                  <a:srgbClr val="000000"/>
                </a:solidFill>
                <a:effectLst/>
                <a:uFillTx/>
                <a:latin typeface="Times New Roman"/>
              </a:rPr>
              <a:t>Zespół</a:t>
            </a:r>
            <a:r>
              <a:rPr lang="en-GB" sz="2800" b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r>
              <a:rPr lang="en-GB" sz="2800" b="0" u="none" strike="noStrike" dirty="0" err="1">
                <a:solidFill>
                  <a:srgbClr val="000000"/>
                </a:solidFill>
                <a:effectLst/>
                <a:uFillTx/>
                <a:latin typeface="Times New Roman"/>
              </a:rPr>
              <a:t>wykonawcy</a:t>
            </a:r>
            <a:r>
              <a:rPr lang="en-GB" sz="2800" b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 w </a:t>
            </a:r>
            <a:r>
              <a:rPr lang="en-GB" sz="2800" b="0" u="none" strike="noStrike" dirty="0" err="1">
                <a:solidFill>
                  <a:srgbClr val="000000"/>
                </a:solidFill>
                <a:effectLst/>
                <a:uFillTx/>
                <a:latin typeface="Times New Roman"/>
              </a:rPr>
              <a:t>składzie</a:t>
            </a:r>
            <a:r>
              <a:rPr lang="en-GB" sz="2800" b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:</a:t>
            </a:r>
            <a:endParaRPr lang="pl-PL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49280">
              <a:lnSpc>
                <a:spcPct val="100000"/>
              </a:lnSpc>
              <a:spcBef>
                <a:spcPts val="601"/>
              </a:spcBef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</a:tabLst>
            </a:pPr>
            <a:r>
              <a:rPr lang="pl-PL" sz="2800" b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	</a:t>
            </a:r>
            <a:r>
              <a:rPr lang="en-GB" sz="2800" b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	1. </a:t>
            </a:r>
            <a:r>
              <a:rPr lang="pl-PL" sz="28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xxx</a:t>
            </a:r>
            <a:br>
              <a:rPr sz="2800" dirty="0"/>
            </a:br>
            <a:r>
              <a:rPr lang="en-GB" sz="2800" b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	</a:t>
            </a:r>
            <a:r>
              <a:rPr lang="pl-PL" sz="2800" b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	</a:t>
            </a:r>
            <a:endParaRPr lang="pl-PL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PlaceHolder 1"/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680" cy="5029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>
              <a:lnSpc>
                <a:spcPct val="100000"/>
              </a:lnSpc>
            </a:pPr>
            <a:r>
              <a:rPr lang="pl-PL" sz="2400" b="0" u="none" strike="noStrike" dirty="0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 klas projektowych</a:t>
            </a:r>
            <a:r>
              <a:rPr lang="pl-PL" sz="2400" dirty="0">
                <a:solidFill>
                  <a:schemeClr val="accent2">
                    <a:lumMod val="75000"/>
                  </a:schemeClr>
                </a:solidFill>
              </a:rPr>
              <a:t> Interfejsy - Przekształcenie notatki</a:t>
            </a:r>
            <a:endParaRPr lang="en-GB" sz="2400" b="0" u="none" strike="noStrike" dirty="0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677BEC2-503B-5928-49C3-96BA728E10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2803" y="1373763"/>
            <a:ext cx="5518597" cy="4787712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E0AE7-5427-E9AA-F5DB-A2627F32C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PlaceHolder 1">
            <a:extLst>
              <a:ext uri="{FF2B5EF4-FFF2-40B4-BE49-F238E27FC236}">
                <a16:creationId xmlns:a16="http://schemas.microsoft.com/office/drawing/2014/main" id="{44C817FF-6215-1D1C-7764-5A59E2FC96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680" cy="5029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>
              <a:lnSpc>
                <a:spcPct val="100000"/>
              </a:lnSpc>
            </a:pPr>
            <a:r>
              <a:rPr lang="pl-PL" sz="2400" b="0" u="none" strike="noStrike" dirty="0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 klas projektowych</a:t>
            </a:r>
            <a:r>
              <a:rPr lang="pl-PL" sz="2400" dirty="0">
                <a:solidFill>
                  <a:schemeClr val="accent2">
                    <a:lumMod val="75000"/>
                  </a:schemeClr>
                </a:solidFill>
              </a:rPr>
              <a:t> Interfejsy - Administracja systemem</a:t>
            </a:r>
            <a:endParaRPr lang="en-GB" sz="2400" b="0" u="none" strike="noStrike" dirty="0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1F13B88-49A0-9B85-D38F-20B968DDD2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3652" y="1701800"/>
            <a:ext cx="5236696" cy="45993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257500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E32977-D723-46AB-7CEA-DA63B6ED57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PlaceHolder 1">
            <a:extLst>
              <a:ext uri="{FF2B5EF4-FFF2-40B4-BE49-F238E27FC236}">
                <a16:creationId xmlns:a16="http://schemas.microsoft.com/office/drawing/2014/main" id="{23B28216-BE09-DC7B-191A-448EDBD40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680" cy="5029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>
              <a:lnSpc>
                <a:spcPct val="100000"/>
              </a:lnSpc>
            </a:pPr>
            <a:r>
              <a:rPr lang="pl-PL" sz="2400" b="0" u="none" strike="noStrike" dirty="0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 klas projektowych</a:t>
            </a:r>
            <a:r>
              <a:rPr lang="pl-PL" sz="2400" dirty="0">
                <a:solidFill>
                  <a:schemeClr val="accent2">
                    <a:lumMod val="75000"/>
                  </a:schemeClr>
                </a:solidFill>
              </a:rPr>
              <a:t> Logika Aplikacji – Zarządzanie systemem</a:t>
            </a:r>
            <a:endParaRPr lang="en-GB" sz="2400" b="0" u="none" strike="noStrike" dirty="0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0C0D816-D33A-2DF4-0955-CCF4E8EFB5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5969" y="1075996"/>
            <a:ext cx="5377281" cy="4223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795620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EB3950-DB99-4214-03EF-E9A02633D4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PlaceHolder 1">
            <a:extLst>
              <a:ext uri="{FF2B5EF4-FFF2-40B4-BE49-F238E27FC236}">
                <a16:creationId xmlns:a16="http://schemas.microsoft.com/office/drawing/2014/main" id="{BF8B19E0-95CD-7C13-2B0B-25FC4D1719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680" cy="5029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>
              <a:lnSpc>
                <a:spcPct val="100000"/>
              </a:lnSpc>
            </a:pPr>
            <a:r>
              <a:rPr lang="pl-PL" sz="2400" b="0" u="none" strike="noStrike" dirty="0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 klas projektowych</a:t>
            </a:r>
            <a:r>
              <a:rPr lang="pl-PL" sz="2400" dirty="0">
                <a:solidFill>
                  <a:schemeClr val="accent2">
                    <a:lumMod val="75000"/>
                  </a:schemeClr>
                </a:solidFill>
              </a:rPr>
              <a:t> Logika Aplikacji – Przekształcanie zdjęcia</a:t>
            </a:r>
            <a:endParaRPr lang="en-GB" sz="2400" b="0" u="none" strike="noStrike" dirty="0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F1E2D3D-AB13-2100-969A-E893844FBB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0206" y="1090286"/>
            <a:ext cx="6363588" cy="4677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173469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672414-3670-766F-5157-56D90E32EE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PlaceHolder 1">
            <a:extLst>
              <a:ext uri="{FF2B5EF4-FFF2-40B4-BE49-F238E27FC236}">
                <a16:creationId xmlns:a16="http://schemas.microsoft.com/office/drawing/2014/main" id="{2AA999C1-E546-262D-ED92-8A57B3C435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680" cy="5029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>
              <a:lnSpc>
                <a:spcPct val="100000"/>
              </a:lnSpc>
            </a:pPr>
            <a:r>
              <a:rPr lang="pl-PL" sz="2400" b="0" u="none" strike="noStrike" dirty="0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 klas projektowych</a:t>
            </a:r>
            <a:r>
              <a:rPr lang="pl-PL" sz="2400" dirty="0">
                <a:solidFill>
                  <a:schemeClr val="accent2">
                    <a:lumMod val="75000"/>
                  </a:schemeClr>
                </a:solidFill>
              </a:rPr>
              <a:t> Dane </a:t>
            </a:r>
            <a:r>
              <a:rPr lang="pl-PL" sz="2400" dirty="0" err="1">
                <a:solidFill>
                  <a:schemeClr val="accent2">
                    <a:lumMod val="75000"/>
                  </a:schemeClr>
                </a:solidFill>
              </a:rPr>
              <a:t>Adminisrtacja</a:t>
            </a:r>
            <a:r>
              <a:rPr lang="pl-PL" sz="2400" dirty="0">
                <a:solidFill>
                  <a:schemeClr val="accent2">
                    <a:lumMod val="75000"/>
                  </a:schemeClr>
                </a:solidFill>
              </a:rPr>
              <a:t> Systemem</a:t>
            </a:r>
            <a:endParaRPr lang="en-GB" sz="2400" b="0" u="none" strike="noStrike" dirty="0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C62DE3A-09A1-5804-C1D5-702E3B4065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642" y="1485899"/>
            <a:ext cx="7129918" cy="4672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825123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E59E49-64A3-D61A-391E-BC59F854D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PlaceHolder 1">
            <a:extLst>
              <a:ext uri="{FF2B5EF4-FFF2-40B4-BE49-F238E27FC236}">
                <a16:creationId xmlns:a16="http://schemas.microsoft.com/office/drawing/2014/main" id="{DF45C043-223F-04E3-3873-1D83642B18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680" cy="5029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>
              <a:lnSpc>
                <a:spcPct val="100000"/>
              </a:lnSpc>
            </a:pPr>
            <a:r>
              <a:rPr lang="pl-PL" sz="2400" b="0" u="none" strike="noStrike" dirty="0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 klas projektowych</a:t>
            </a:r>
            <a:r>
              <a:rPr lang="pl-PL" sz="2400" dirty="0">
                <a:solidFill>
                  <a:schemeClr val="accent2">
                    <a:lumMod val="75000"/>
                  </a:schemeClr>
                </a:solidFill>
              </a:rPr>
              <a:t> Dane Przekształcanie notatki</a:t>
            </a:r>
            <a:endParaRPr lang="en-GB" sz="2400" b="0" u="none" strike="noStrike" dirty="0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17A89AC-C1E5-2368-01A6-0B8386D39A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7450" y="1735304"/>
            <a:ext cx="6572250" cy="4438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584246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PlaceHolder 1"/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680" cy="5029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pl-PL" sz="2400" b="0" u="none" strike="noStrik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Opis klas projektowych</a:t>
            </a:r>
            <a:endParaRPr lang="en-GB" sz="2400" b="0" u="none" strike="noStrike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26D5063-B7A3-44E6-E574-B7E50B5B8C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0050" y="1080887"/>
            <a:ext cx="5679447" cy="252886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C62A7F8-4F9B-7A2F-9577-8F5A2B1847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0050" y="3609753"/>
            <a:ext cx="5679447" cy="2861139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D75161-1069-5EF1-C559-16F8B09F83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PlaceHolder 1">
            <a:extLst>
              <a:ext uri="{FF2B5EF4-FFF2-40B4-BE49-F238E27FC236}">
                <a16:creationId xmlns:a16="http://schemas.microsoft.com/office/drawing/2014/main" id="{83AABBAF-F98E-4335-71DB-FC9D58C60C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680" cy="5029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pl-PL" sz="2400" b="0" u="none" strike="noStrike" dirty="0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Opis klas projektowych cd.</a:t>
            </a:r>
            <a:endParaRPr lang="en-GB" sz="2400" b="0" u="none" strike="noStrike" dirty="0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FF9CECB-A490-25A2-7627-34464D1E03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8758" y="1117491"/>
            <a:ext cx="6506483" cy="156231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1BA3146-8AA2-3CB5-A3A8-9D9BBC008E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8758" y="2679809"/>
            <a:ext cx="6506483" cy="2523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267553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6EEF24-6049-4335-FCBE-66E21BA905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PlaceHolder 1">
            <a:extLst>
              <a:ext uri="{FF2B5EF4-FFF2-40B4-BE49-F238E27FC236}">
                <a16:creationId xmlns:a16="http://schemas.microsoft.com/office/drawing/2014/main" id="{8F17DF49-F100-EA65-3BF0-90E312A313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680" cy="5029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pl-PL" sz="2400" b="0" u="none" strike="noStrike" dirty="0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Opis klas projektowych cd.</a:t>
            </a:r>
            <a:endParaRPr lang="en-GB" sz="2400" b="0" u="none" strike="noStrike" dirty="0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6A15D02-701F-045F-60BA-7D101ACA52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4347" y="1061885"/>
            <a:ext cx="6420746" cy="218152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0C8927D-7071-7C5D-6F0C-E7C813307D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2161" y="3243414"/>
            <a:ext cx="6305118" cy="2312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986693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DC4CDC-8457-588B-F670-865C27465F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PlaceHolder 1">
            <a:extLst>
              <a:ext uri="{FF2B5EF4-FFF2-40B4-BE49-F238E27FC236}">
                <a16:creationId xmlns:a16="http://schemas.microsoft.com/office/drawing/2014/main" id="{976EAD2D-4A9F-5057-535C-2A91667C1E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680" cy="5029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pl-PL" sz="2400" b="0" u="none" strike="noStrike" dirty="0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Opis klas projektowych cd.</a:t>
            </a:r>
            <a:endParaRPr lang="en-GB" sz="2400" b="0" u="none" strike="noStrike" dirty="0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E8A19F3-285D-236E-D680-B764254CF2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9232" y="1069747"/>
            <a:ext cx="6525536" cy="325800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6674EA6-0782-1FA8-FCAA-FE931D9B25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9231" y="4327752"/>
            <a:ext cx="6529417" cy="1228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762547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F75EB1-2CEC-2F1E-0011-AD5E84049A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PlaceHolder 1">
            <a:extLst>
              <a:ext uri="{FF2B5EF4-FFF2-40B4-BE49-F238E27FC236}">
                <a16:creationId xmlns:a16="http://schemas.microsoft.com/office/drawing/2014/main" id="{5BB4B297-657A-6A88-79A7-2AD6EC0DC5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680" cy="5029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pl-PL" sz="2400" b="0" u="none" strike="noStrike" dirty="0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Opis klas projektowych cd.</a:t>
            </a:r>
            <a:endParaRPr lang="en-GB" sz="2400" b="0" u="none" strike="noStrike" dirty="0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E79FCC7-6062-B892-D4BE-54580DAF80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2505" y="1130169"/>
            <a:ext cx="5944430" cy="186716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3938FD0-7CF6-B792-A459-36A110A033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2505" y="3044820"/>
            <a:ext cx="5947036" cy="3384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706101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42225B-437A-4F7F-6817-17B495F612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PlaceHolder 1">
            <a:extLst>
              <a:ext uri="{FF2B5EF4-FFF2-40B4-BE49-F238E27FC236}">
                <a16:creationId xmlns:a16="http://schemas.microsoft.com/office/drawing/2014/main" id="{42A47ECF-6C68-693B-A20C-71849E1FE9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680" cy="5029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pl-PL" sz="2400" b="0" u="none" strike="noStrike" dirty="0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Opis klas projektowych cd.</a:t>
            </a:r>
            <a:endParaRPr lang="en-GB" sz="2400" b="0" u="none" strike="noStrike" dirty="0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157E1BB-33C6-622F-F6B1-994B12D0E2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3939" y="1183252"/>
            <a:ext cx="5409341" cy="75197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FC719F9-E80F-EA5F-23C3-AF6084F7CA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0049" y="1935224"/>
            <a:ext cx="5409341" cy="46977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680958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PlaceHolder 1"/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680" cy="5029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pl-PL" sz="2400" b="0" u="none" strike="noStrik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 stanów do obiektu klasy xxx</a:t>
            </a:r>
            <a:endParaRPr lang="en-GB" sz="2400" b="0" u="none" strike="noStrike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PlaceHolder 1"/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680" cy="5029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pl-PL" sz="2400" b="0" u="none" strike="noStrik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 pakietów: model warstw systemu</a:t>
            </a:r>
            <a:endParaRPr lang="en-GB" sz="2400" b="0" u="none" strike="noStrike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PlaceHolder 1"/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680" cy="5029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pl-PL" sz="2400" b="0" u="none" strike="noStrik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 komponentów systemu</a:t>
            </a:r>
            <a:endParaRPr lang="en-GB" sz="2400" b="0" u="none" strike="noStrike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PlaceHolder 1"/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680" cy="5029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pl-PL" sz="2400" b="0" u="none" strike="noStrik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 wdrożenia systemu</a:t>
            </a:r>
            <a:endParaRPr lang="en-GB" sz="2400" b="0" u="none" strike="noStrike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PlaceHolder 1"/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680" cy="5029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pl-PL" sz="2400" b="0" u="none" strike="noStrik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Kod systemu: jako wynik transformacji</a:t>
            </a:r>
            <a:endParaRPr lang="en-GB" sz="2400" b="0" u="none" strike="noStrike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Przepływ">
  <a:themeElements>
    <a:clrScheme name="Przepływ">
      <a:dk1>
        <a:srgbClr val="000000"/>
      </a:dk1>
      <a:lt1>
        <a:srgbClr val="FFFFFF"/>
      </a:lt1>
      <a:dk2>
        <a:srgbClr val="04617B"/>
      </a:dk2>
      <a:lt2>
        <a:srgbClr val="DBF5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E2D700"/>
      </a:hlink>
      <a:folHlink>
        <a:srgbClr val="85DFD0"/>
      </a:folHlink>
    </a:clrScheme>
    <a:fontScheme name="Przepływ">
      <a:majorFont>
        <a:latin typeface="Calibri"/>
        <a:ea typeface=""/>
        <a:cs typeface=""/>
      </a:majorFont>
      <a:minorFont>
        <a:latin typeface="Constantia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70000"/>
              </a:schemeClr>
            </a:gs>
            <a:gs pos="43000">
              <a:schemeClr val="phClr">
                <a:tint val="44000"/>
              </a:schemeClr>
            </a:gs>
            <a:gs pos="93000">
              <a:schemeClr val="phClr">
                <a:tint val="15000"/>
              </a:schemeClr>
            </a:gs>
            <a:gs pos="100000">
              <a:schemeClr val="phClr">
                <a:tint val="5000"/>
              </a:schemeClr>
            </a:gs>
          </a:gsLst>
          <a:path path="circle">
            <a:fillToRect l="50000" t="130000" r="50000" b="-30000"/>
          </a:path>
          <a:tileRect/>
        </a:gradFill>
        <a:gradFill>
          <a:gsLst>
            <a:gs pos="0">
              <a:schemeClr val="phClr">
                <a:tint val="98000"/>
                <a:shade val="25000"/>
              </a:schemeClr>
            </a:gs>
            <a:gs pos="68000">
              <a:schemeClr val="phClr">
                <a:tint val="86000"/>
              </a:schemeClr>
            </a:gs>
            <a:gs pos="100000">
              <a:schemeClr val="phClr">
                <a:tint val="50000"/>
              </a:schemeClr>
            </a:gs>
          </a:gsLst>
          <a:path path="circle">
            <a:fillToRect l="50000" t="130000" r="50000" b="-30000"/>
          </a:path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80000"/>
              </a:schemeClr>
            </a:gs>
            <a:gs pos="25000">
              <a:schemeClr val="phClr">
                <a:tint val="83000"/>
              </a:schemeClr>
            </a:gs>
            <a:gs pos="100000">
              <a:schemeClr val="phClr">
                <a:shade val="15000"/>
              </a:schemeClr>
            </a:gs>
          </a:gsLst>
          <a:path path="circle">
            <a:fillToRect l="10000" t="110000" r="10000" b="100000"/>
          </a:path>
          <a:tileRect/>
        </a:gradFill>
        <a:blipFill rotWithShape="0">
          <a:blip xmlns:r="http://schemas.openxmlformats.org/officeDocument/2006/relationships" r:embed="rId1"/>
          <a:srcRect/>
          <a:tile tx="0" ty="0" sx="65000" sy="65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Przepływ">
  <a:themeElements>
    <a:clrScheme name="Przepływ">
      <a:dk1>
        <a:srgbClr val="000000"/>
      </a:dk1>
      <a:lt1>
        <a:srgbClr val="FFFFFF"/>
      </a:lt1>
      <a:dk2>
        <a:srgbClr val="04617B"/>
      </a:dk2>
      <a:lt2>
        <a:srgbClr val="DBF5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E2D700"/>
      </a:hlink>
      <a:folHlink>
        <a:srgbClr val="85DFD0"/>
      </a:folHlink>
    </a:clrScheme>
    <a:fontScheme name="Przepływ">
      <a:majorFont>
        <a:latin typeface="Calibri"/>
        <a:ea typeface=""/>
        <a:cs typeface=""/>
      </a:majorFont>
      <a:minorFont>
        <a:latin typeface="Constantia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70000"/>
              </a:schemeClr>
            </a:gs>
            <a:gs pos="43000">
              <a:schemeClr val="phClr">
                <a:tint val="44000"/>
              </a:schemeClr>
            </a:gs>
            <a:gs pos="93000">
              <a:schemeClr val="phClr">
                <a:tint val="15000"/>
              </a:schemeClr>
            </a:gs>
            <a:gs pos="100000">
              <a:schemeClr val="phClr">
                <a:tint val="5000"/>
              </a:schemeClr>
            </a:gs>
          </a:gsLst>
          <a:path path="circle">
            <a:fillToRect l="50000" t="130000" r="50000" b="-30000"/>
          </a:path>
          <a:tileRect/>
        </a:gradFill>
        <a:gradFill>
          <a:gsLst>
            <a:gs pos="0">
              <a:schemeClr val="phClr">
                <a:tint val="98000"/>
                <a:shade val="25000"/>
              </a:schemeClr>
            </a:gs>
            <a:gs pos="68000">
              <a:schemeClr val="phClr">
                <a:tint val="86000"/>
              </a:schemeClr>
            </a:gs>
            <a:gs pos="100000">
              <a:schemeClr val="phClr">
                <a:tint val="50000"/>
              </a:schemeClr>
            </a:gs>
          </a:gsLst>
          <a:path path="circle">
            <a:fillToRect l="50000" t="130000" r="50000" b="-30000"/>
          </a:path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80000"/>
              </a:schemeClr>
            </a:gs>
            <a:gs pos="25000">
              <a:schemeClr val="phClr">
                <a:tint val="83000"/>
              </a:schemeClr>
            </a:gs>
            <a:gs pos="100000">
              <a:schemeClr val="phClr">
                <a:shade val="15000"/>
              </a:schemeClr>
            </a:gs>
          </a:gsLst>
          <a:path path="circle">
            <a:fillToRect l="10000" t="110000" r="10000" b="100000"/>
          </a:path>
          <a:tileRect/>
        </a:gradFill>
        <a:blipFill rotWithShape="0">
          <a:blip xmlns:r="http://schemas.openxmlformats.org/officeDocument/2006/relationships" r:embed="rId1"/>
          <a:srcRect/>
          <a:tile tx="0" ty="0" sx="65000" sy="65000" flip="none" algn="tl"/>
        </a:blip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Przepływ">
  <a:themeElements>
    <a:clrScheme name="Przepływ">
      <a:dk1>
        <a:srgbClr val="000000"/>
      </a:dk1>
      <a:lt1>
        <a:srgbClr val="FFFFFF"/>
      </a:lt1>
      <a:dk2>
        <a:srgbClr val="04617B"/>
      </a:dk2>
      <a:lt2>
        <a:srgbClr val="DBF5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E2D700"/>
      </a:hlink>
      <a:folHlink>
        <a:srgbClr val="85DFD0"/>
      </a:folHlink>
    </a:clrScheme>
    <a:fontScheme name="Przepływ">
      <a:majorFont>
        <a:latin typeface="Calibri"/>
        <a:ea typeface=""/>
        <a:cs typeface=""/>
      </a:majorFont>
      <a:minorFont>
        <a:latin typeface="Constantia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70000"/>
              </a:schemeClr>
            </a:gs>
            <a:gs pos="43000">
              <a:schemeClr val="phClr">
                <a:tint val="44000"/>
              </a:schemeClr>
            </a:gs>
            <a:gs pos="93000">
              <a:schemeClr val="phClr">
                <a:tint val="15000"/>
              </a:schemeClr>
            </a:gs>
            <a:gs pos="100000">
              <a:schemeClr val="phClr">
                <a:tint val="5000"/>
              </a:schemeClr>
            </a:gs>
          </a:gsLst>
          <a:path path="circle">
            <a:fillToRect l="50000" t="130000" r="50000" b="-30000"/>
          </a:path>
          <a:tileRect/>
        </a:gradFill>
        <a:gradFill>
          <a:gsLst>
            <a:gs pos="0">
              <a:schemeClr val="phClr">
                <a:tint val="98000"/>
                <a:shade val="25000"/>
              </a:schemeClr>
            </a:gs>
            <a:gs pos="68000">
              <a:schemeClr val="phClr">
                <a:tint val="86000"/>
              </a:schemeClr>
            </a:gs>
            <a:gs pos="100000">
              <a:schemeClr val="phClr">
                <a:tint val="50000"/>
              </a:schemeClr>
            </a:gs>
          </a:gsLst>
          <a:path path="circle">
            <a:fillToRect l="50000" t="130000" r="50000" b="-30000"/>
          </a:path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80000"/>
              </a:schemeClr>
            </a:gs>
            <a:gs pos="25000">
              <a:schemeClr val="phClr">
                <a:tint val="83000"/>
              </a:schemeClr>
            </a:gs>
            <a:gs pos="100000">
              <a:schemeClr val="phClr">
                <a:shade val="15000"/>
              </a:schemeClr>
            </a:gs>
          </a:gsLst>
          <a:path path="circle">
            <a:fillToRect l="10000" t="110000" r="10000" b="100000"/>
          </a:path>
          <a:tileRect/>
        </a:gradFill>
        <a:blipFill rotWithShape="0">
          <a:blip xmlns:r="http://schemas.openxmlformats.org/officeDocument/2006/relationships" r:embed="rId1"/>
          <a:srcRect/>
          <a:tile tx="0" ty="0" sx="65000" sy="65000" flip="none" algn="tl"/>
        </a:blip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1724</TotalTime>
  <Words>1069</Words>
  <Application>Microsoft Office PowerPoint</Application>
  <PresentationFormat>On-screen Show (4:3)</PresentationFormat>
  <Paragraphs>156</Paragraphs>
  <Slides>63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63</vt:i4>
      </vt:variant>
    </vt:vector>
  </HeadingPairs>
  <TitlesOfParts>
    <vt:vector size="73" baseType="lpstr">
      <vt:lpstr>Arial</vt:lpstr>
      <vt:lpstr>Calibri</vt:lpstr>
      <vt:lpstr>Constantia</vt:lpstr>
      <vt:lpstr>Symbol</vt:lpstr>
      <vt:lpstr>Times New Roman</vt:lpstr>
      <vt:lpstr>Wingdings</vt:lpstr>
      <vt:lpstr>Wingdings 2</vt:lpstr>
      <vt:lpstr>Przepływ</vt:lpstr>
      <vt:lpstr>Przepływ</vt:lpstr>
      <vt:lpstr>Przepływ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Model przypadków użycia</vt:lpstr>
      <vt:lpstr>Administrowanie systemem</vt:lpstr>
      <vt:lpstr>Specyfikacja aktorów</vt:lpstr>
      <vt:lpstr>Diagram (głównych) przypadków użycia</vt:lpstr>
      <vt:lpstr>Scenariusz główny dla przypadku użycia  “Przetworzyć notatki odręczne do Markdown”</vt:lpstr>
      <vt:lpstr>Scenariusz alternatywny dla przypadku użycia xxx</vt:lpstr>
      <vt:lpstr>Diagram aktywności dla przypadku użycia „Przekształcić notatki odręczne do Markdown”</vt:lpstr>
      <vt:lpstr>PowerPoint Presentation</vt:lpstr>
      <vt:lpstr>Diagram realizacji przypadków użycia  </vt:lpstr>
      <vt:lpstr>Diagram realizacji przypadków użycia  </vt:lpstr>
      <vt:lpstr>Diagramy VOPC dla realizacji przypadków użycia Przekształcenie notatki</vt:lpstr>
      <vt:lpstr>Diagram VOPC dla realizacji przypadku użycia Przetworzyć notatki odręczne do Markdown</vt:lpstr>
      <vt:lpstr>Diagram VOPC dla realizacji przypadku użycia Sterować zachowaniem AI za pomocą tagów &lt;NOTE&gt;</vt:lpstr>
      <vt:lpstr>Diagram VOPC dla realizacji przypadku użycia Otrzymać potwierdzenie przetworzenia</vt:lpstr>
      <vt:lpstr>Diagram VOPC dla realizacji przypadku użycia Wysłać notatki</vt:lpstr>
      <vt:lpstr>Diagramy VOPC dla realizacji przypadków użycia Administacja systemem</vt:lpstr>
      <vt:lpstr>Diagram VOPC dla realizacji przypadku użycia Dodanie użytkownika do systemu</vt:lpstr>
      <vt:lpstr>Diagram VOPC dla realizacji przypadku użycia Skonfigurować lokalizację zapisu notatek</vt:lpstr>
      <vt:lpstr>Diagram VOPC dla realizacji przypadku użycia Skonfigurować token Discord</vt:lpstr>
      <vt:lpstr>Diagram VOPC dla realizacji przypadku użycia Wybór modelu AI</vt:lpstr>
      <vt:lpstr>Definicje klas analitycznych (opis)</vt:lpstr>
      <vt:lpstr>Definicje klas analitycznych (opis cd.)</vt:lpstr>
      <vt:lpstr>Klasy analityczne administracji systemem(diagram)</vt:lpstr>
      <vt:lpstr>Klasy analityczne obszaru przekształcenia notatki(diagram)</vt:lpstr>
      <vt:lpstr>Diagram sekwencji dla realizacji przypadku użycia xxx</vt:lpstr>
      <vt:lpstr>Diagramy komunikacji dla realizacji przypadków użycia Przekształcenie notatki</vt:lpstr>
      <vt:lpstr>Diagram komunikacji dla realizacji przypadku użycia Przetworzyć notatki odręczne do Markdown</vt:lpstr>
      <vt:lpstr>Diagram komunikacji dla realizacji przypadku użycia Sterować zachowaniem AI za pomocą tagów &lt;NOTE&gt;</vt:lpstr>
      <vt:lpstr>Diagram komunikacji dla realizacji przypadku użycia Otrzymać potwierdzenie przetworzenia</vt:lpstr>
      <vt:lpstr>Diagram komunikacji dla realizacji przypadku użycia Wysłać notatki</vt:lpstr>
      <vt:lpstr>Diagramy komunikacji dla realizacji przypadków użycia Administracji systemem</vt:lpstr>
      <vt:lpstr>Diagram komunikacji dla realizacji przypadku użycia Dodanie użytkownika do systemu</vt:lpstr>
      <vt:lpstr>Diagram komunikacji dla realizacji przypadku użycia Skonfigurować lokalizację zapisu notatek</vt:lpstr>
      <vt:lpstr>Diagram komunikacji dla realizacji przypadku użycia Skonfigurować ścieżkę do Obsidian Vault</vt:lpstr>
      <vt:lpstr>Diagram komunikacji dla realizacji przypadku użycia Skonfigurować token Discord</vt:lpstr>
      <vt:lpstr>Diagram komunikacji dla realizacji przypadku użycia Wybór modelu AI</vt:lpstr>
      <vt:lpstr>PowerPoint Presentation</vt:lpstr>
      <vt:lpstr>Diagram klas projektowych Interfejsy - Przekształcenie notatki</vt:lpstr>
      <vt:lpstr>Diagram klas projektowych Interfejsy - Administracja systemem</vt:lpstr>
      <vt:lpstr>Diagram klas projektowych Logika Aplikacji – Zarządzanie systemem</vt:lpstr>
      <vt:lpstr>Diagram klas projektowych Logika Aplikacji – Przekształcanie zdjęcia</vt:lpstr>
      <vt:lpstr>Diagram klas projektowych Dane Adminisrtacja Systemem</vt:lpstr>
      <vt:lpstr>Diagram klas projektowych Dane Przekształcanie notatki</vt:lpstr>
      <vt:lpstr>Opis klas projektowych</vt:lpstr>
      <vt:lpstr>Opis klas projektowych cd.</vt:lpstr>
      <vt:lpstr>Opis klas projektowych cd.</vt:lpstr>
      <vt:lpstr>Opis klas projektowych cd.</vt:lpstr>
      <vt:lpstr>Opis klas projektowych cd.</vt:lpstr>
      <vt:lpstr>Opis klas projektowych cd.</vt:lpstr>
      <vt:lpstr>Diagram stanów do obiektu klasy xxx</vt:lpstr>
      <vt:lpstr>Diagram pakietów: model warstw systemu</vt:lpstr>
      <vt:lpstr>Diagram komponentów systemu</vt:lpstr>
      <vt:lpstr>Diagram wdrożenia systemu</vt:lpstr>
      <vt:lpstr>Kod systemu: jako wynik transformacji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Prezentacja programu PowerPoint</dc:title>
  <dc:subject/>
  <dc:creator>astasiak</dc:creator>
  <dc:description/>
  <cp:lastModifiedBy>Piotr Gugnowski</cp:lastModifiedBy>
  <cp:revision>230</cp:revision>
  <cp:lastPrinted>1601-01-01T00:00:00Z</cp:lastPrinted>
  <dcterms:created xsi:type="dcterms:W3CDTF">1601-01-01T00:00:00Z</dcterms:created>
  <dcterms:modified xsi:type="dcterms:W3CDTF">2026-04-02T20:53:44Z</dcterms:modified>
  <dc:language>pl-PL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12</vt:i4>
  </property>
  <property fmtid="{D5CDD505-2E9C-101B-9397-08002B2CF9AE}" pid="3" name="PresentationFormat">
    <vt:lpwstr>Pokaz na ekranie (4:3)</vt:lpwstr>
  </property>
  <property fmtid="{D5CDD505-2E9C-101B-9397-08002B2CF9AE}" pid="4" name="Slides">
    <vt:i4>30</vt:i4>
  </property>
</Properties>
</file>